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5"/>
  </p:notesMasterIdLst>
  <p:sldIdLst>
    <p:sldId id="256" r:id="rId3"/>
    <p:sldId id="257" r:id="rId4"/>
    <p:sldId id="273" r:id="rId5"/>
    <p:sldId id="277" r:id="rId6"/>
    <p:sldId id="278" r:id="rId7"/>
    <p:sldId id="333" r:id="rId8"/>
    <p:sldId id="334" r:id="rId9"/>
    <p:sldId id="335" r:id="rId10"/>
    <p:sldId id="282" r:id="rId11"/>
    <p:sldId id="281" r:id="rId12"/>
    <p:sldId id="264" r:id="rId13"/>
    <p:sldId id="263" r:id="rId14"/>
  </p:sldIdLst>
  <p:sldSz cx="9144000" cy="5143500" type="screen16x9"/>
  <p:notesSz cx="6858000" cy="9144000"/>
  <p:embeddedFontLst>
    <p:embeddedFont>
      <p:font typeface="AngsanaUPC" panose="02020603050405020304" pitchFamily="18" charset="-34"/>
      <p:regular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8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6T14:42:53.52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5094 4053 234 0,'0'0'276'15,"0"-5"-43"-15,2 3-22 0,-1-1-17 0,0 0-27 16,1-1-13-16,5-7-10 0,4-4-7 15,3 2-15-15,0-2-3 0,3 1-10 0,-1-1-13 16,2-1-9-16,3-1-6 0,-1 2-12 16,2-3-11-16,0 3-5 0,-1-3-1 0,3 2-5 15,-3 2-8-15,-1 1-3 0,-1 2-11 16,-2 1-2-16,-3 1-20 0,0 0-25 0,-1 3-8 16,-4 3-15-16,-4 0-19 0,-1 1 5 15,-4 2-130-15,-2 4-73 0,-3-3-92 16,-5 5 17-16,-4-2 13 0,0-1 45 0,-3-3-1 15,9 0-10-15</inkml:trace>
  <inkml:trace contextRef="#ctx0" brushRef="#br0" timeOffset="234.71">5231 3663 247 0,'-3'-2'110'0,"2"2"-8"16,1 0-10-16,0 0-8 0,-2 6-11 0,5 7 42 15,0 2 14-15,0 2 4 0,1 4-10 0,0-2-4 16,3 2 15-16,-3-1-13 0,2-1 2 15,1 1-14-15,-1 1-16 0,1 1-5 0,1-3 1 16,-4-1-8-16,4 1-8 0,-4 0-5 16,1-3-3-16,0-1-11 0,0 1-3 0,-2-4-8 15,1 1-2-15,0-1-9 0,-1-1 8 16,0-3-9-16,-1-1-6 0,-1-1-10 0,0-2-43 16,1 0-41-16,-1 0 6 0,-1-4-275 0,0 0-26 15,0 0 35-15,0 0 31 0,-4 6 14 16,3-6 19-16,-1 0 8 0</inkml:trace>
  <inkml:trace contextRef="#ctx0" brushRef="#br1" timeOffset="14779.44">7104 3741 262 0,'1'1'395'0,"1"-1"-55"16,-2 1-23-16,1-1-11 0,-1 1-2 0,0-1-38 15,1 1 36-15,-1 1-10 0,2-1-8 16,-2 0-5-16,-2-1-27 0,2 0-14 16,-1 0-20-16,0 1-22 0,-2-1-17 0,0 0-9 15,-1 2-16-15,-1-2-12 0,3 1-13 0,-12 2-12 16,-3 1 3-16,1-2-18 0,1 0 0 16,-2 2-6-16,0 0 3 0,-2-1 31 0,4-1-28 15,-2 3 2-15,2-1-4 0,-1-3-7 16,-1 4-13-16,-1 0 5 0,4-1-8 0,-3 1 15 15,3 1-11-15,0 0-7 0,0 0-14 16,0 0-6-16,1 2-6 0,0-1 2 0,2 1-5 16,-1 0-8-16,-2 1 7 0,2 2 0 15,-1-1-3-15,1-1-1 0,0 3 1 0,2 0 9 16,0 0 0-16,0 0-5 0,2 3-2 16,0-1 2-16,1 0-5 0,-1 4 1 15,1-2-2-15,2 0 6 0,-1 2-1 0,0-4-14 16,1 3 5-16,1-1-2 0,0 0 2 0,2-3 4 15,-2 3-2-15,1-2 3 0,2 1-11 16,-4 0 3-16,4-1-1 0,-1-1-14 0,2-1 9 16,0-6-7-16,0 4 9 0,0-1 2 15,0 4-5-15,11 11 4 0,-7-11-5 0,1 0 3 16,2-1-27-16,-2 1 0 0,2 1 0 16,2-2 0-16,-2 0 0 0,3 2 0 0,-1 0 0 15,1-1 0-15,0-1 0 0,1 2 0 0,1 0 0 16,0-2 0-16,0 3 0 0,1-3 0 15,-1-1 0-15,1 2 0 0,4-4 0 0,-2 3 0 16,1-2 0-16,1 0 0 0,2-1 0 16,-1 1 0-16,5-3 0 0,-2 1 0 0,0-2 0 15,0 1 0-15,3 0 0 0,1 2 0 16,1-4 0-16,-2-1 0 0,0 0 0 0,1 2 0 16,3-4 0-16,2 2 0 0,-6-2 0 15,4 1 0-15,2-2 0 0,-1 0 0 0,-2-1 0 16,-12 0 0-16,8 0 0 0,4 0 0 15,1 0 0-15,37-10 0 0,-30 8 0 0,-1-2 0 16,1 1 0-16,0-1 0 0,1 1 0 16,-3-1 0-16,1 1 0 0,0-1 0 0,-2 0 0 15,1 0 0-15,1-1 0 0,0-1 0 16,-2 1 0-16,0-1 0 0,2 2 0 0,-3-1 0 16,1-1 0-16,-1 1 0 0,-1-1 0 0,1 1 0 15,-1-1 0-15,1 1 0 0,1-3 0 16,-1 1 0-16,0 1 0 0,-1 0 0 0,-2-1 0 15,1 0 0-15,-1 0 0 0,-1 2 0 0,0-3 0 16,0 2 0-16,3-4 0 16,-2 2 0-16,0-1 0 0,0 1 0 0,-2-1 0 15,-1 1 0-15,-1-2 0 0,-2 4 0 0,-2-4 0 16,0 2 0-16,-1-1 0 0,-1-1 0 16,0-1 0-16,-2 1 0 0,1-1 0 0,-2 2 0 15,0-2 0-15,0 1 0 0,-2-3 0 0,0-1 0 16,-1 2 0-16,-1-2 0 0,0-2 0 15,-1 0 0-15,-2-2 0 0,1 1 0 0,-5-2 0 16,0 1 0-16,0-1 0 0,-1 0 0 16,-3 9 0-16,0-4 0 0,0-4 0 0,-11-19 0 15,4 19 0-15,-2 0 0 0,-2-1 0 16,0 3 0-16,-1-3 0 0,-1 1 0 0,-2 0 0 16,-2 1 0-16,-2-1 0 0,-1 0 0 0,-6-2 0 15,-3 1 0-15,-4-2 0 0,-2 4 0 16,-3-1 0-16,-5 1 0 0,-2 3 0 15,-2 1 0-15,-2 1 0 0,-5 4 0 0,-1-1 0 16,-10 5 0-16,0 0 0 0,-2 1 0 16,33 3 0-16,-19 0 0 0,-70 12 0 0,51-3 0 15,3 2 0-15,0 0 0 0,0 2 0 0,1-2 0 16,1 1 0-16,3 1 0 0,5-2 0 16,7 1 0-16,4-2 0 0,4 0 0 15,9 0-192-15,0-3-310 0,5-1 47 0,2 3-257 0,3-4 45 16,2 1 58-16,2-1 66 0,1 0 42 15,3-4 40-15,6-1 33 0,11 0 55 16,-7 0 21-16,7 0 29 0,-7-9 17 0,10 6 22 16,4-7 7-16</inkml:trace>
  <inkml:trace contextRef="#ctx0" brushRef="#br1" timeOffset="19247.95">10011 1285 296 0,'-22'-25'216'16,"-1"-1"-56"-16,-1 2-19 0,2 0-25 0,-5 3 5 16,0 2-31-16,-1 2-41 0,-3-1-4 0,-3 2-96 15,-1 3-45-15,-8-1-170 0,-3 1 5 16,-3 2-14-16</inkml:trace>
  <inkml:trace contextRef="#ctx0" brushRef="#br1" timeOffset="20765.71">12141 1104 367 0,'-6'-4'297'16,"2"4"-36"-16,0 0-39 0,-2 0-24 15,-11 13-6-15,3 3-19 0,1 3-11 0,1 2-6 16,-3 15-1-16,3 5-5 0,0 5 7 16,1 3-18-16,1 4-7 0,2 1-9 0,-1 5-10 15,2-2 9-15,2 1-39 0,2-4 24 16,1-1-38-16,2-28 9 0,0 11-13 0,0 2-29 16,12 37-1-16,-4-43-20 0,3-5-13 15,1-5-49-15,2-4-28 0,0-9-44 0,4-2 10 16,-6-7-174-16,16-10-108 0,-9-1 19 15,-2-6 34-15,-1-2 37 0,-1 0 10 0,-1-3 20 16,-1 1 15-16,0-1-17 0,0 0 62 16</inkml:trace>
  <inkml:trace contextRef="#ctx0" brushRef="#br1" timeOffset="21832.24">12446 1565 491 0,'0'0'221'16,"0"0"-9"-16,0 0-21 0,2 9-17 0,1 6-16 16,0 5 2-16,-2 1-16 0,2 0-6 15,0 2-16-15,-2 0-8 0,-1-2-10 0,1-1-10 16,1-2 0-16,-1-2-3 0,1-2-8 16,-1-4 22-16,-1-4 23 0,0-6 17 0,0 0-15 15,0 5-16-15,0-5-7 0,0 3-13 16,0-6-8-16,-1-2-15 0,1-11-5 0,0 8 17 15,0-7-7-15,0-3-37 0,-7-27-12 16,5 16 9-16,1-3-6 0,-3-3-12 0,2-3 5 16,1 0-8-16,-2 1 4 0,3 2 22 0,0 4-27 15,0 17 19-15,0-5-31 16,0-2 2-16,7-14-4 0,0 27 0 0,3 7-1 0,3 6 11 16,1 5 11-16,-2 5-19 0,4 2 24 0,1 6-36 15,-2 2 10-15,2 4 1 16,-3-1 2-16,-1 2 0 0,1-2 19 0,-1-1-23 15,-3-2 4-15,1-2-1 0,-1-2 1 0,-2-2 26 16,-1-2-34-16,0-2 7 0,2 0 5 16,-4-6-1-16,-2-1-3 0,0-6-4 0,-3-2-20 15,-1-2-15-15,-2-1-23 0,-6-5-13 0,-1-1 1 16,-2-3 0-16,-4-1-2 0,-3-1 2 16,0 0 3-16,1 1 8 0,1 1 7 15,1 3 3-15,1 1 4 0,2 2 8 16,2 4-2-16,3 2 3 0,8 0 9 0,-6 0 3 15,-1 8 3-15,7-5 4 0,0 2-5 16,3-2 4-16,4 7 9 0,1-2-4 0,1 0 1 16,1-3 0-16,1 1 1 0,1-3-5 0,3-3 9 15,-7 0 3-15,17-8 12 0,-6 0-8 16,-1 0 2-16,0-2 4 0,-2 1 2 0,1-2-2 16,-2-1 3-16,-2 0 15 0,0-1-15 0,-1-1 7 15,0 0 12-15,-1-3 13 0,-1 2 17 16,-3 2-1-16,0 0-14 0,-1 4 7 15,-2 2-6-15,0 1 3 0,-1 4-14 0,-3 2-13 16,0 0 8-16,0 0-8 0,8 22 6 0,-4-5 0 16,1 4 0-16,0 1 9 0,0 2-18 15,-1 5 3-15,1 2 1 0,0 3-2 0,-1-1 9 16,3 2-21-16,-3 1 11 16,2-5-4-16,-1 0 4 0,0-1 5 0,0-6 5 15,1-3 0-15,-2 2 7 0,0-5-6 0,-1-2 40 16,1-5 12-16,-2-6-5 0,-2-5 1 0,0 0-15 15,5-15-1-15,-6-1-10 0,1 6 0 0,0-8-11 16,0-3-2-16,-10-31-3 0,3 18-12 16,1-9-12-16,-5-3 16 0,1-10-17 15,-1 0 3-15,1 1-10 0,5 6-7 0,0 4 1 16,0 6-3-16,2 2 4 0,2 7 3 0,-1 3-10 16,2 14-5-16,0-2-7 0,10-15 4 15,-2 22 2-15,-1 5-18 0,1 4-21 16,-8-1-3-16,16 16 4 0,-9-1 3 0,-4 1-2 15,1 4 34-15,-4 1-22 0,0-9-4 0,0 7 22 16,-16 28-16-16,7-20 1 0,-1-1 0 16,-2-2-12-16,0 1-8 0,2-3-18 0,-2-2-11 15,3-3-12-15,2-1-22 0,-1-2-49 16,4-3 14-16,1-4-204 0,1-2-39 16,2-5 34-16,0 0 24 0,0 0 27 0,10 4 15 15</inkml:trace>
  <inkml:trace contextRef="#ctx0" brushRef="#br1" timeOffset="22231.47">13007 1599 219 0,'7'-1'367'0,"-2"1"-57"0,-1 0-47 15,-4 0-37-15,0 0-14 0,5 0 5 16,8 11-3-16,-4 2 15 0,-2 3-16 0,0 3-14 16,0 0-14-16,-3 8-20 0,0-1 9 0,-1 7-35 15,1-3-3-15,0 0-16 0,-1 0-20 16,1-3-4-16,0-1 13 0,-2-3-13 0,0-1-4 15,2-3-2-15,-3-4 14 0,1-2 9 16,0-5-17-16,0-5-8 0,-2-3-16 0,0 0-5 16,1-11 0-16,-1-6-10 0,2-2-5 15,-2 7-10-15,0-4-5 0,0-8-4 16,-13-32-7-16,8 16 2 0,0-4 4 0,-2-3-8 16,0-2-11-16,1 1-1 0,1 0-2 15,2 5-6-15,0 0-8 0,3 6 13 0,0 5-11 16,0 18-2-16,0-6 14 0,11-19-5 0,-4 19-1 15,2 5-6-15,0 4-8 0,0 3-2 16,2 4 2-16,-2 4-3 0,-9 0 2 0,11 12-8 16,-5 3 13-16,-5 0-7 0,-1-6-10 15,0 6-17-15,0 4 3 0,-9 22-91 0,4-20-16 16,-1-1-37-16,1 0-37 0,1 0 22 16,-3 1-277-16,2 0 22 0,1-3 21 0,2 1 66 15,2-8 20-15,0-11 19 0,0 7 26 16,0-1 28-16,11 2 25 0</inkml:trace>
  <inkml:trace contextRef="#ctx0" brushRef="#br1" timeOffset="22384.04">13362 1649 217 0,'9'10'444'0,"-1"2"-58"0,0 4-40 16,-5 0-34-16,0-1-50 0,-3-6-27 0,0 4-50 15,0 2-86-15,-11 22-9 0,0-22-443 16,0 1-8-16,1-2 26 0,2-2 61 0,-3-3 2 15,1-4 21-15,1-1 4 0,3-4-24 0</inkml:trace>
  <inkml:trace contextRef="#ctx0" brushRef="#br1" timeOffset="23599.48">13388 1322 389 0,'-3'-13'351'0,"-3"2"-71"15,3 3-46-15,1 3-27 0,1 2-29 0,3 4-16 16,1 1-12-16,5 8-18 0,1 3-14 16,-2 2-4-16,5 9-18 0,-1 2-6 15,0 3-10-15,0-2-10 0,-1 0 3 0,-1 0-17 16,-1-1-6-16,-1-1-2 0,0-1-1 0,-1-3-10 16,0 1-5-16,-1-5 2 15,0-2 7-15,-1-2 50 0,0-2 1 0,-2-6 2 16,0-3-28-16,-2-2-3 0,0 0-13 0,0-10 12 15,-3-4-28-15,3 6-4 0,-6-20-5 16,3 4 0-16,-2-2-5 0,-2-5-2 0,-1-6-2 16,0-1-9-16,0-5-2 0,1 0 8 0,2 1 4 15,2 2-18-15,1 5 8 0,2 18-3 16,0-4-2-16,0-1 13 0,14-21-21 0,-6 30 5 16,3 7 2-16,-1 4-3 0,-3 2 20 0,15 19-22 15,-9-3-3-15,-2 4 8 0,2 9-1 16,-3 2 5-16,-1 4 0 0,-1-2 1 15,-2 3 19-15,-1 0-30 0,-2 1 8 0,0-2 2 16,-2 0-1-16,-1-1 8 0,0-20-13 0,0 9 0 16,-9 26 6-16,6-25 3 0,-1-1 0 15,0-5 1-15,-1-5-6 0,-1-2-2 16,-1-6-4-16,1-3 8 0,6-2-24 0,-15-8 4 16,4-5-2-16,0-2-2 0,1 1 14 15,2-3-22-15,0 0 5 0,2 0 1 0,-1 5 3 16,3 1 8-16,0 1-14 0,2 5 6 0,1 0-5 15,1 5 6-15,0 0 3 0,8 0 3 16,-5 2 7-16,7 5-9 0,0 1 4 0,0 0-1 16,2 4 2-16,-2-3 16 0,4 3-18 15,-4-1 5-15,3 0-4 0,0 0 5 16,-1-5 0-16,1-1 3 0,-2-1 12 0,2-1-16 16,-8-3 4-16,5 0 0 0,14-7-4 0,-11-3 16 15,2-1-14-15,-3 0 3 0,0-3 0 16,-1-2 13-16,0 0-17 0,-1-2 1 0,-1 2 2 15,-2-3 2-15,-1 1 10 0,0 1-13 0,-4 3-2 16,-2 3 11-16,1 4-2 0,0 1-1 16,0 2 0-16,-1 3 10 0,0 1-15 0,0 0 1 15,3 8 1-15,1 5 1 0,-1 1 13 16,1 0-20-16,-1 2 7 0,0 1-1 16,1 0 0-16,0 0 13 0,2-4-15 0,-2 0-3 15,3-2 5-15,-2 0 1 0,2-4 1 0,-2-2 22 16,0-1-3-16,-1-2-23 0,-4-2 2 15,0 0 0-15,14-8 0 0,-6-2 11 16,-1 1-17-16,-2-4 6 0,-3-1 0 0,2-1 0 16,-1-1 8-16,-3 1-14 0,0 6 7 0,0-1-2 15,0-2 19-15,0 1-24 0,0 2 2 16,0 2-1-16,0 0-4 0,0 2 17 0,0 5-19 16,0 0 8-16,0-6-8 0,2 8 6 0,10 5 1 15,-3 1 1-15,2 0 0 16,1 1 11-16,1 1-16 0,-1-1 3 0,0 2 2 15,-4-1-1-15,1 0 17 0,0 1-14 0,-4-2-9 16,-3 4-2-16,-2-13-24 0,0 9-35 16,-13 10-50-16,3-12 10 0,-6-1-236 0,-1-1-45 15,-2-2 16-15,9-3 32 0,-7 0 26 0,-22-11 5 16,14-3 53-16,2-2 6 0,1-5 9 16,0 2 1-16</inkml:trace>
  <inkml:trace contextRef="#ctx0" brushRef="#br1" timeOffset="23699.54">13667 1364 374 0,'-1'-4'251'0,"1"3"-42"16,0 1-37-16,5-1-17 0,8 3-20 0,0 4-44 15,1 1-86-15,3-1 0 0,-2 6-239 16,1-1-44-16,1-2 7 0,-2 5 8 0</inkml:trace>
  <inkml:trace contextRef="#ctx0" brushRef="#br1" timeOffset="24141.37">14160 1584 380 0,'0'0'413'16,"0"0"-68"-16,0 0-36 0,14 10-31 16,-7 1-16-16,1 3-31 0,0 3-17 15,-2 2-13-15,1 2-25 0,-1 3-19 0,2 5 11 0,-1 4-19 16,0 2-28-16,-2-1-13 15,1 1-8-15,0-3-4 0,-1 0-18 0,-3-3-8 0,1-5-20 16,-1-2-6-16,1 0 16 0,-1-5 33 16,0-4 16-16,0-5-15 0,-2-8-11 0,-2-3-5 15,0-2-12-15,-1-9-17 0,-3-4-10 16,3-2 2-16,-4-3 4 0,0-5-14 0,0-4-3 16,-3-8-16-16,-2-6 0 0,2 0-9 15,-1-1 1-15,4 0-15 0,1 3 6 0,2 5-10 16,1 3 17-16,1 4-6 0,2 18-6 15,0-5 4-15,9-20-8 0,-1 22-2 16,1 3-2-16,3 7 1 0,-3 5-19 0,-2 2-13 16,11 9 27-16,-8 2-24 0,1 1-10 0,-4 4 15 15,-2 2 3-15,-4 6-1 0,-1-13 23 16,0 8-25-16,0 0-11 0,-13 25-7 16,4-21-3-16,0-2-15 0,-2-2-22 0,2-2-11 15,-3-3-22-15,0-3-35 0,3-5 15 0,-2-1-237 16,3-4-7-16,8-1 19 0,-6 0 35 15,-2-9 19-15,8 3 33 0</inkml:trace>
  <inkml:trace contextRef="#ctx0" brushRef="#br1" timeOffset="25210.73">14355 1339 232 0,'2'-30'403'0,"0"0"-63"0,-1 1-29 16,-1 13-49-16,0-4-22 0,0-3-10 0,0 1-15 15,0 1 2-15,0 2-61 0,0 1-11 16,0 5-14-16,0 5-14 0,-8-1-2 16,8 13-26-16,-2 3-6 0,4 11-5 0,-2-7-4 0,0 10-1 15,8 31-24-15,-3-15 5 0,2 1-4 16,-2 1-6-16,4 0 2 0,-2-1-14 16,1-1 2-16,1 0-4 0,1-5-4 0,2 0 18 15,2-2-23-15,5-4 4 0,-1-2-6 16,2-7 1-16,1-2 0 0,-2-4 19 0,3-6-36 15,3-2 10-15,-14-3 2 0,5 0-2 16,20-11 3-16,-20 0-6 0,-5-3-1 0,0-1 24 16,-3-3-35-16,-4-3 19 0,-3-5-7 15,-1 14 1-15,0-5 2 0,-8-20 2 0,3 18-4 16,-3 0 2-16,1 3 0 0,-1 2-3 16,-2 3 1-16,1 4-2 0,4 5 18 0,5 2 4 15,-8 0-3-15,3 0-3 0,-9 14-3 0,5-1-2 16,2 2-16-16,2 4 0 0,3-1-4 15,1 2 8-15,1-9-6 0,0 4 9 0,0 4-10 16,0-1 1-16,12 16-1 0,-7-16 18 0,0-4-6 16,2 2-10-16,-2-2-3 15,2-4 0-15,0-2-1 0,-3-3 1 0,2-1 7 16,-2-3 4-16,-4-1-1 0,5 0 5 0,10-8-11 16,-7 0 0-16,2 0 1 0,-3-6-10 15,1-2 8-15,-1 1-2 0,0-2 7 0,-4 1-9 16,2 1 16-16,-3 2 7 0,3 1-27 15,-3 4 10-15,0 0-10 0,-1 3 7 0,-1 0-9 16,2 3 4-16,-1 2 15 0,-1 0-4 16,0 0-11-16,0 0-6 0,3 10 9 0,-3-6-7 15,1 9-5-15,5 0 3 0,-3 0 10 0,0 2-2 16,1-4 17-16,1 1-10 0,-3-4-5 16,2-1 2-16,0-2-3 0,1-2-7 0,-3-1 7 15,3-1 9-15,-3 1-1 0,3-2 4 0,-1 0-10 16,13-11-3-16,-7 2 18 0,-1 0-5 15,0-4 1-15,-1-1-2 0,-1-2 5 0,0 2-4 16,1-1 3-16,-1 1 5 0,-3 0 4 16,0 5-9-16,-3 1 8 0,4 2-1 15,-4 3-9-15,0 1 1 0,1 2-1 0,-2 0 1 0,0 0-6 16,6 8 6-16,-4 3-7 0,1 1 2 16,0 4 0-16,3-2-3 0,-1 0 5 15,1-1-2-15,1 0 7 0,0-2-2 0,-1-1-5 16,-1-1-4-16,5-3 13 0,-3-3-1 0,0-1-2 15,-1-2 5-15,1 0 1 0,10-9 9 16,-6 2 5-16,-2-1-3 0,-1-1-5 16,-1-4 16-16,-1 1 13 0,-2-3 4 0,2 1 0 15,-4-3 4-15,1 0 9 0,-1 5 14 16,-1 1-20-16,0 4 4 0,-1 2-19 0,0 2-6 16,2 0 4-16,-2 3-16 0,0 0 3 0,4 20-12 15,-1-4 4-15,1 5-3 0,-1 3 6 16,1 6 9-16,0 2 15 0,2 6 20 0,1 3-31 15,-1 3 11-15,2 2 0 0,-2 3-2 16,-1-2-8-16,3 1 0 0,-1 0-3 16,-2-4-11-16,-2-4 10 0,1 0 1 0,-1-6-3 15,-3-2-4-15,0-18-2 0,0 5 28 0,0 0 2 16,-8 19-3-16,2-27-13 0,-1-10 3 16,1-4-6-16,-5-7-7 0,1-7-5 0,2-6-7 15,-2-6 4-15,0-6-34 0,2-3-2 16,0-4-7-16,4-1 1 0,1-1-49 0,3 1-17 15,0 23-5-15,0-10-22 0,0-2-10 16,12-30-28-16,-8 33-30 0,2 2 16 0,-1 3-113 16,2 2-27-16,-1 0-26 0,1 3 30 0,-1-4-242 15,1 4-3-15,-2-2 56 0,4 2 33 16,-2 0 38-16,-2 0 25 0,2 0 18 0,-1-1 52 16,1 0 11-16</inkml:trace>
  <inkml:trace contextRef="#ctx0" brushRef="#br1" timeOffset="25420.12">15205 1161 348 0,'0'-10'306'0,"0"-4"-39"16,0 0-35-16,0 3 3 0,0 3-18 16,8-2 1-16,-4 13-2 0,5 7 2 0,3 6-26 15,0 2 44-15,2 2-18 0,3 6-9 16,-2 3-5-16,1 5-19 0,-1 1-1 16,-2 2-17-16,-2 0-21 0,-1 1-16 0,-4-2-16 15,-2 0 1-15,-4-19-14 0,0 8-44 0,-7 32-6 16,-3-26-206-16,-3 0 16 0,-1-6-367 15,-4-1 54-15,-2-3 39 0,2-7 31 0,-2-1 24 16,0-3 30-16,1-2 36 0,0-4 14 0,4-4 15 16,2 0 1-16,13 0 51 0,-8 0-25 15</inkml:trace>
  <inkml:trace contextRef="#ctx0" brushRef="#br1" timeOffset="25542.01">15141 1738 475 0,'0'-1'374'0,"0"1"-57"0,0 0-51 0,0 0-86 15,0 0-144-15,0 0-2 0,0 0-340 16,0 0 24-16,0 0 20 0,0 0 33 0,0 0-7 16</inkml:trace>
  <inkml:trace contextRef="#ctx0" brushRef="#br1" timeOffset="30479.54">14084 1915 409 0,'1'-7'334'0,"-1"2"-45"0,1 0-39 0,-1 3-31 16,1-1-19-16,-1 1-32 0,0 2-19 16,0 0-16-16,-1 8-8 0,1 9-22 0,0-5-4 15,0 6-13-15,0 4-12 0,0 2 3 0,0 5-17 16,0 4-3-16,0-2-7 0,8 34-4 15,-6-36-5-15,0-1-1 0,0-5-11 16,0 1 0-16,1-2 4 0,-3-4-12 0,2-4 2 16,-1-1 5-16,2-4 12 0,-3-4-19 15,3-3-1-15,-3-4-2 0,0-1-1 0,0 0 4 16,1-10-11-16,0-1 15 0,-1-5-12 16,0 8 6-16,0-7-17 0,0-3 12 0,0-6-9 15,0-2 2-15,0-4-5 0,11-33 0 16,-6 31 6-16,2 5-7 0,0 1 3 0,2 0-9 15,1 7-1-15,2 4 4 0,2 1 5 16,2 5-2-16,-3 5-6 0,5 6 14 0,-11 1-13 16,15 17 1-16,-11-3 1 0,-2 5 8 0,-3 3-5 15,1 6 1-15,-6 2-1 0,-1 3-5 16,0-16 6-16,0 8-10 0,-8 33 1 16,1-25 3-16,-2-4 4 0,1-2 5 0,-4-3-6 15,3-4-3-15,-1-2-1 0,-1-2-10 16,1-5-5-16,0-3-7 0,1-6-15 0,0-2-2 15,9 0 4-15,-20-9-14 0,9-2-2 0,0-1-10 16,2-2 6-16,-2 1 8 0,-1-2-4 16,4 2 1-16,1 1 3 0,2 4 9 15,1 1 2-15,2 4 2 0,1 3 2 0,1 0 5 16,1 3 10-16,0 2-1 0,7 5-4 0,-1 6 0 16,3-5 16-16,1 4-4 0,2-3 1 15,0 1-2-15,0-2-15 0,1-2 33 0,1 1-14 16,1-5 5-16,2-2-8 0,0 0 21 0,-6-3-1 15,21-8-7 1,-12 2 0-16,-4-4-8 0,2-1 14 0,0-2 0 0,-2-1-5 16,2-2-3-16,-2 1-11 0,-1-3 23 0,-3-1-8 15,0-4 7-15,-5-2-8 0,-1 2 0 16,0 1-6-16,-4 0-5 0,-1 2 22 16,2 2 1-16,-3 5-5 0,1 3-1 0,-2 6 14 15,0 3-14-15,0 4 10 0,0 3-5 16,1 9-2-16,-1-7-3 0,0 6 8 0,0 4-4 15,7 20-1-15,-1-19-8 0,-1 0 0 0,4-1 5 16,-2 1 9-16,3-4-9 0,2-1 6 16,2-1-6-16,2-4-1 0,-1-5-3 0,2-3 10 15,-8-1-5-15,19-8 0 0,-11-2-3 16,-2-2 0-16,-2-2 3 0,0-4-7 0,-1-3 10 16,0-3-9-16,-4-3 2 0,-1-2 3 15,-1-2-7-15,-5-3 6 0,1-3-5 0,-2 18-4 16,0-11 0-16,-9-36 11 0,5 33-5 15,-2 5 13-15,1 2 5 0,1 4-1 16,-1 0-1-16,2 8-2 0,1 8 5 0,0 5-20 16,2 1 7-16,-1 17 14 0,2 2-7 0,-1-5-4 15,7 30-9-15,-1-11 4 0,1 5 4 16,0-1-22-16,-1-2-33 0,4 1-32 0,-2-3 7 16,0-3 6-16,2-3-55 0,0-5-3 0,0-4-172 15,-1-4-34-15,-1-4-15 0,-2-6 68 16,-4-3 0-16,-2-1 16 0</inkml:trace>
  <inkml:trace contextRef="#ctx0" brushRef="#br1" timeOffset="31097.92">14593 2035 262 0,'17'8'206'0,"5"-3"-46"16,4-2-28-16,-2 0-21 0,4-3-12 15,-14 0-16-15,7 0-31 0,4 0 25 0,1 0-19 16,29-8-4-16,-27 2-6 0,-3 0-2 0,-2 0-19 16,1-2 8-16,-3-1-13 0,0 3 28 15,-5-2 1-15,1-3 0 0,-3 1 2 0,-6-1 15 16,-1 0-2-16,-5 3 2 0,-1 0-8 16,-1 8 6-16,0-7 13 0,-11-7-8 15,5 9-3-15,-1 1-10 0,0 2-4 0,3 2-5 16,4 0-6-16,-16 9-3 0,6-2-14 0,5 5 6 15,-4 4 5-15,2 2-8 0,3 1-1 16,-2 4-11-16,4-1 0 0,-3 1 2 16,4-1 0-16,1 3-1 0,-2-5-3 0,2-11 1 15,0 5-2-15,0 0-2 0,8 14-9 0,-4-17 9 16,0-3 0-16,0-5-12 0,2-1 11 16,-1-4-1-16,1 1-3 0,3-4-9 15,-1-4 6-15,0 0 9 0,1-2-7 0,-1-3-2 16,-1-1 4-16,0-1-2 0,-1-3-3 0,0 2 7 15,-1 1-16-15,0-2 6 0,0 5-1 16,0 1-6-16,-3 3 15 0,3 2-6 0,-4 2-4 16,0 1 2-16,2 3-2 0,-1-1-6 15,-2 2 16-15,0 0-6 0,0 0 0 0,8 18 2 16,-2-8-3-16,-3-2 3 0,1 1-2 16,-1 2-1-16,2 0 0 0,-1-3-3 15,2 2 3-15,-3-2-3 0,1-3 3 0,-2 0-10 16,2-3 2-16,-1 1 8 0,-1-2-1 0,3 0-7 15,-5-1-4-15,0 0-19 0,5 0-14 16,9-9 6-16,-7 5-6 0,0 0-7 0,-1 1-7 16,-2 2 16-16,-1-1-3 0,1 1-3 0,-1 1 6 15,-3 0-4-15,0 0-7 0,0 0 16 16,17 11-5-16,-10-3-11 0,-1-2-11 16,-3 0 6-16,1 0-79 0,-1-2-72 0,-2 0-93 15</inkml:trace>
  <inkml:trace contextRef="#ctx0" brushRef="#br1" timeOffset="31309.34">15267 1662 456 0,'-5'-16'294'15,"1"3"-49"-15,0 4-23 0,1 5-21 16,3 4-12-16,0 4-10 0,1 3-27 0,4 11-20 15,-2 6-8-15,2 3-15 0,1 2-4 16,-3 5-21-16,1 5-11 0,-1 0-24 0,-2 4-62 16,0-2-71-16,-1 0 9 0,0-21-252 15,0 9-9-15,0 2 31 0,0 0 19 0,0-4 27 16,9 24 0-16,-3-32-14 0</inkml:trace>
  <inkml:trace contextRef="#ctx0" brushRef="#br1" timeOffset="31484.26">15478 1925 458 0,'1'-1'223'16,"-1"1"-37"-16,0 0-22 0,2 9-55 16,-1 4-46-16,3 1-8 0,1 4-118 0,-3-3-55 15,1 2-99-15,-1 0-36 0,3 0-4 16</inkml:trace>
  <inkml:trace contextRef="#ctx0" brushRef="#br1" timeOffset="31788.41">15624 2096 350 0,'10'-9'225'0,"-1"-4"-20"0,-1-2-4 15,-2-1-12-15,0-5-5 16,-2 1-9-16,-1-2-13 0,-1 1-15 0,-2 8-3 16,0-5-4-16,0-1-6 0,-8-21 0 0,4 24 18 15,-1 1-15-15,-1 3 1 0,-1 2-37 16,-1 3-5-16,3 2-10 0,0 5-8 0,5 0 0 15,0 0-22-15,-12 9 0 0,7 1-7 16,3 3 13-16,2-6-26 0,0 5-2 16,15 19-9-16,-6-14 6 0,3-4 17 0,1 2-31 15,2 0 14-15,3-1-14 0,1-1 12 0,2 1-19 16,-2-3 6-16,1 1 7 16,-2-1-19-16,-2-2 6 0,2 2-1 0,-5-1 8 15,-3 0 3-15,-7-1-5 0,-3-9 1 0,0 10-4 16,-19 12 15-16,4-10-40 0,-6-3-56 15,-3-1-56-15,-3-2-83 0,-1 1 18 0,-1-4-233 16,-3 0 12-16,-2-3 55 0,17 0 30 0,-9 0 18 16,-34-13 0-16,30 7 64 0,1-2 7 15,3 4-1-15</inkml:trace>
  <inkml:trace contextRef="#ctx0" brushRef="#br1" timeOffset="31940.23">15420 2171 320 0,'4'3'238'15,"-4"0"-81"-15,2-1-23 0,-2 0-279 0,0-2-84 16,0 0-24-16</inkml:trace>
  <inkml:trace contextRef="#ctx0" brushRef="#br1" timeOffset="37629.46">11986 2392 430 0,'2'1'261'0,"-2"1"-55"0,0 0-24 16,2 0-11-16,-1 1-23 0,3 11-11 15,1 2-14-15,0 3-11 0,2 2-21 16,0 1-4-16,-1 0-12 0,0 0 0 0,-1 0-8 15,1-3-6-15,0 2-6 0,-1-1 0 16,1-2-4-16,0-2-11 0,-5-3 26 0,0-2 25 16,2-2 12-16,-1-3 10 0,0-2 11 15,-2-2-18-15,0-2-9 0,0-3-10 0,0-1 12 16,0-2-37-16,0-11 6 0,0 4-17 16,0-5-5-16,0-3 18 0,0-2-8 0,0-4-31 15,0 0 2-15,0-1-1 0,0 0-3 16,0 2 2-16,0 3-14 0,0 1 16 0,9-21-24 15,-9 29 3-15,3 1 0 0,-3 5 2 0,2 4-8 16,1 1 1-16,2 3 5 0,-3 2-1 16,0 3 14-16,5 5 0 0,-4-2-25 0,2 5 8 15,1 0 5-15,-5 0-8 0,4-1 5 16,-3-3-3-16,0-2 15 0,-1-1-22 0,1-3 8 16,-1 1 0-16,-1-1 0 0,1 0 12 15,1-3-7-15,-2 0-14 0,0 0 7 16,0 0 9-16,0 0 3 0,3-10-20 0,-3 7 8 15,0-3 1-15,0-7-1 0,0 5 18 0,0-4-25 16,-10-13 4-16,6 13 1 0,2 3 1 16,-1 3 12-16,2 3-23 0,-1-1 4 15,0 3 4-15,0 3-2 0,1 1 13 0,-3 10-14 16,1 3 2-16,0 8 3 0,2-2-1 16,-2 3 4-16,1 1 1 0,1 1-11 0,1-1 7 15,0-12-1-15,0 6 20 0,0 1-27 0,8 25 6 16,-3-25-2-16,2-2 2 0,3-1-4 15,-1-1 20-15,3-5-18 0,0-6 15 0,2-4-22 16,-7-2 7-16,16-11 1 0,-7 1 2 16,-1-1-4-16,-4-5 0 0,2-5 11 0,0-3-16 15,-2-1 11-15,-1-1-1 0,-3-4 2 16,0-2-9-16,-1-2 7 0,-5-1 1 0,-1-1 20 16,0 18-27-16,0-9 3 0,-8-32 10 15,2 29-5-15,3 4 22 0,0 5-17 0,0-2 18 16,1 5-30-16,-3 7 7 0,5 6 2 15,-2 2 20-15,2 8-20 0,-2 2-11 0,2 14 9 16,0-9 20-16,0 6-28 0,0 4 31 16,0 4-24-16,10 31 4 0,-4-26-8 0,-1 1 3 15,1-2 4-15,2-2-3 0,1 0 7 0,2-2-15 16,-1-5 5-16,3-2 2 0,-3-3 1 16,4-4 10-16,0 0-19 0,0-6 9 15,0-3 2-15,-7-3 13 0,4 0-19 0,15-11 7 16,-12 0-3-16,-2-2 1 0,0-1 2 15,-2-2 10-15,2 0-13 0,-2-5 1 0,1 4-1 16,-1-1 3-16,0 1 16 0,0 3-27 0,1-1 4 16,-1 4 0-16,-1 3 1 0,-1 4 20 15,-1 3-30-15,-7 1 12 0,17 9 1 16,-10 1 5-16,2 1-11 0,-2 2 4 0,0 1 1 16,-2 0 0-16,-2 1-2 0,1 0 26 15,-1 0-22-15,3-2-11 0,-3 0 20 0,1-6-14 16,-3 0 5-16,1-3 3 0,-1 1 6 0,2-1 32 15,-2-3-13-15,-1 1 10 0,0-2-4 16,0 0-2-16,0-3-3 0,0 0-6 16,-1-1 4-16,-3-8-5 0,1-2 11 0,-3-2-3 15,1-2-17-15,-3 3 2 0,-1 0-11 16,-1-1-2-16,1 3 20 0,1 3-3 0,-2-1-12 16,4 5-1-16,2 1-1 0,-2 4-9 0,6 1-2 15,-5 0 5-15,-8 10-1 0,3 3-1 16,5 2-4-16,-2 1 7 0,5 3-8 0,-2 0 9 15,1 0-2-15,3-1-3 0,0-1 0 0,0-8 23 16,0 4-2-16,0 0-13 0,10 13-22 16,-6-15 2-16,3-2 19 0,0-1 3 15,-2-3-27-15,0-4 8 0,-5-1 1 0,6 0 6 16,11-7-5-16,-9-1 0 0,1-2 16 0,-1-2-13 16,1-4-1-16,-2-2 5 15,0 1 2-15,-3-1-8 0,-1 0 8 0,-2 2 0 16,1 0-4-16,0 5 22 0,0 2-29 0,-2 1 11 15,1 5-5-15,-1-1 2 0,0 3 7 16,0 1 3-16,0 0-21 0,0 0 16 0,2 11 0 16,0 2 2-16,1 1-10 0,0 0 8 15,1-1 0-15,-1 4-3 0,4-2 1 16,0-2 1-16,0-2 0 0,0 0 3 0,0-3 19 16,2-1-32-16,-2-4 12 0,1-1 2 0,-8-2 3 15,10 0-5-15,14-13 1 0,-11 1 0 16,1 0 25-16,-6-4-2 0,2 1-22 15,-1-4-9-15,-2 3 12 0,0-5 1 0,-2 1 3 16,-3-3 1-16,-1 3-2 0,1 2 10 16,0 1-3-16,0 2-5 0,-2 6-2 0,1 3 0 15,-1 2-1-15,4 4-1 0,-4 0 0 0,0 0 16 16,12 11-3-16,-4 0-2 0,3 4-12 16,-1-1-7-16,0 2 4 0,3-2 1 0,-2 1-1 15,2 1 0-15,-3-3-1 0,1 0-2 0,-3 1 16 16,1-2 2-16,-4-2-14 0,-2-2-8 15,0-2 7-15,-2 0 8 0,-1-2 0 16,0-4-10-16,0 0 22 0,0 0-16 0,-12 6 2 16,8-6-3-16,-1-1 12 0,-9-1-16 15,9 2 31-15,-2 0 0 0,1 0 2 0,-1 0-14 16,1 0 12-16,6 0-15 0,-12-5-1 16,12 5-1-16,0 0 1 0,0 0 1 0,0 0-12 15,-3 5 2-15,4-3-6 0,3-1 14 16,1-1-4-16,10 1 1 0,-5-1-9 0,18-11-2 15,-8 4 2-15,4-3 4 0,-3 1 6 0,1-3-9 16,0-4 3-16,2 2-5 0,-2-3-3 16,-2-1 20-16,-2 1-7 0,-2-3 4 0,-2 0-6 15,-6-1 5-15,0 0 0 0,-3-2 3 16,-3 2 6-16,-2 3 21 0,0 10 5 0,0-2-6 16,0 0-4-16,0 1-16 0,0 3 5 0,0 6 0 15,0-4-5-15,0 0-4 0,1 6-4 16,1 2 0-16,3 6 1 0,2 2-2 15,4-4-10-15,0 1 6 0,1 1 5 0,0-1-7 16,0 0-1-16,-1-2-4 0,-2 0 2 0,-3-3-8 16,-1 2-2-16,-2-2 15 0,-2 0 6 15,-1-4-6-15,-9 11-11 0,-6-3-36 16,-1 1-68-16,-3 0 10 0,-1-1-140 0,-3 0-70 16,-5 1 29-16,3 3-258 0,-6 2 54 15,-2 2 46-15,0 0 31 0,0 0 44 0,-1 3 19 16,1 2 25-16,0 2 14 0,2 1 51 15,2 0 5-15</inkml:trace>
  <inkml:trace contextRef="#ctx0" brushRef="#br1" timeOffset="39417.25">12582 2863 516 0,'-10'-8'432'16,"3"-1"-77"-16,1 2 96 0,2 1-53 15,1 2-58-15,2 1-41 0,-2 2-41 0,3 1-36 16,0 0-12-16,0 0-23 0,0 19-19 0,0-11-19 16,7 22-11-16,-1-5-16 0,-5 2-16 15,5 5-9-15,1 2 1 0,-3 0-11 0,0 1-9 16,3 0-13-16,-3-1-8 0,1-2 0 0,-1-2-5 16,2-4-10-16,-1-3-2 0,-3-2 4 15,2 0 11-15,-1-4 3 0,-2-3 10 16,2-6-11-16,0-4 1 0,-3-4-2 0,0 0-7 15,1-11-14-15,1-10 3 0,-2 8-4 0,0-5-4 16,0-2-13-16,0-3 6 0,7-24 1 16,-3 24-6-16,0 3-4 0,3 0-3 0,0 4-10 15,2 0 0-15,2 4 4 0,0 2 5 16,3 4-4-16,-1 6-7 0,-7 0 4 0,10 9-3 16,-4 1 3-16,-4 3-1 0,1 2 0 0,-4 1-7 15,0 2 2-15,-5 5 7 16,0-12 2-16,-10 19-2 0,3-9 0 0,-2-2-4 15,-2 0 1-15,-2-3 5 0,-1-2-5 16,0-1 1-16,1-3-5 0,-2-2-10 0,-3-4-8 16,1-2-3-16,11-2-5 0,-4 0-7 15,2 0-16-15,1 0-17 0,-3-10-5 0,8 9 0 16,-1-1 11-16,3 0 8 0,2 1 9 0,1 1-7 16,1 0 5-16,0 0-4 0,12 2 24 15,-9-2-4-15,5 0 3 0,4 0 6 0,19-10 11 16,-14 5-14-16,-2-1 5 0,2-2 9 15,1-5 5-15,2-1-1 0,0-3 2 0,-1-1 7 16,-1 0 7-16,1-4 4 0,-3 1 15 16,-1 0 10-16,0 0-9 0,-2-1 6 0,-3 2 7 15,-4-2-6-15,-2 2-1 0,-4-1-8 0,0 0 2 16,-2 1 12-16,1 4-6 0,-3 10-2 16,0-2-5-16,0 1-1 0,-10-1-12 0,8 8 9 15,-3 2-4-15,-4 6-1 0,1 3-6 16,1 1 2-16,-2 3-4 0,4 0-3 15,1 3 6-15,-1 1-9 0,4 1 12 0,1 1-3 16,-2-4-9-16,2-7-4 0,0 4-10 0,0-1-2 16,10 14 3-16,-4-17 2 0,1-2-10 15,-3-4 7-15,2-2 0 0,-1-1 10 0,-5-1-4 16,0 0 1-16,16-15-4 16,-8 2 2-16,-1 0 0 0,-2-2 7 0,0 0-9 0,1-1 5 15,-3-2-1-15,1 3 3 0,-1 2 7 16,-2 3-3-16,1 0-12 0,-2 5 8 0,1-2-7 15,0 4 1-15,-1 2-3 0,0 1 0 16,0 0 11-16,0 0-2 0,9 18-1 0,-4-7-3 16,0 1 7-16,0 0-9 0,0 4 7 0,2 1-6 15,-2-5 3-15,4 1 10 0,1-2-6 16,-1-2-4-16,1-4 0 0,0-2 8 0,-3-3-3 16,4 0 2-16,13-11-7 0,-9-1 6 15,-1 0-2-15,-2 1-5 0,1-4 2 16,-2-2 7-16,-2-1-2 0,0-2 2 0,0 1-2 15,-2 0 11-15,-1 1 4 0,0-3-3 16,-1 3 7-16,-2 3 2 0,-3 5-3 0,5-1-7 16,-3 3-3-16,1 5-1 0,1 2 3 15,-4 1-3-15,7 0 5 0,10 15-8 0,-5-5 2 0,-1 2-5 16,1 3-4-16,2 1 5 0,0 1 7 16,1-1-5-16,-1 2-4 0,-2-2-4 15,0-1 10-15,-1 0 1 0,0 2-3 0,-4-2-8 16,0-2 11-16,-2-2-3 0,-4-3 4 15,-1-8-2-15,0 7-2 0,-10 1 0 0,1-2-10 16,-1-6 9-16,3 0-2 0,-5 0 0 16,-20-12 3-16,13 2-8 0,-1-1 1 0,2 0-10 15,1-1 9-15,1 0 4 0,0 0-7 16,4 4-1-16,2 1-6 0,3 2-2 0,2 3-1 16,3 0 1-16,2 2 1 0,1 3 1 15,1-2-1-15,2 2-2 0,5 5 1 0,-1-1 3 16,2-2-1-16,3-2-2 0,2 2-4 0,1-2 2 15,0-1 12-15,-6-2-4 0,19-10-5 16,-8 2 5-16,-4 1-1 0,0-3 7 16,0-1-3-16,-2 1-6 0,0-1 4 0,-2-2 6 15,0 0 0-15,-1 1 0 0,-1 0-5 16,-3 6 1-16,-1-2 8 0,-2 2-5 0,0 1-9 16,-3 3 3-16,1 1 1 0,-3 1 1 0,0 0 5 15,5 8 2-15,-3-3-8 0,1 9 3 16,1-3 8-16,1 3-5 0,-1-3 0 0,2-1 0 15,0 1-2-15,0-3 5 0,3-2-10 0,-2-2 1 16,0-3 6-16,-7-1-10 0,11 0 13 16,15-12 0-16,-12 4-5 0,0-4 4 15,1 0 4-15,-3-1-4 0,-1 0-2 0,-1-1-7 16,1-2 6-16,-1-3 7 0,4 0 0 0,-3-1-7 16,-1 1 3-16,1 0 2 0,-2 3-3 15,1 0-1-15,-1 2-9 0,-2 4 5 0,2 1 9 16,-1 3-4-16,0 4-3 0,-1 0 1 15,-7 2 2-15,5 0-6 0,1 0-3 0,2 10 9 16,-1-1 1-16,-1-1 2 0,1 3-4 16,-2-4 1-16,-1 1-4 0,-1-2 9 0,0 0-4 15,-1-2 1-15,0-1-3 0,-1 0 1 16,1 0 3-16,-2-2 8 0,2 0 8 0,-2 0-6 16,0-1-6-16,0-2-5 0,0 1 15 15,-1 0-5-15,-4-8-2 0,-1-1-1 0,-1 0-2 16,2 2 0-16,-1-2-1 0,1 3-5 0,2 3 5 15,-1 0-1-15,2 0 0 0,-1 2-7 16,0 2 6-16,3 0-6 0,0 0 6 16,-5 0-6-16,-6 18-2 0,6-5 1 0,2-1 1 15,0 3 0-15,0-1 1 0,2 1-4 0,1 1 2 16,0-8 2-16,0 4-2 0,0 1 1 16,0 0 1-16,0-2-1 0,10 11 0 0,-7-15 2 15,0-1-2-15,0-2-2 0,1-4 8 16,0-1-2-16,5-6-1 0,-2-5 2 15,0 0-1-15,1-5-7 0,-1 0-5 0,-2-2 17 16,-1-2-6-16,-1-1-8 0,-1-2 6 16,0 2 2-16,-2 9 0 0,0-5 1 0,0-2-2 15,-9-20 1-15,4 18 2 0,4 6-6 16,-2 1-3-16,0 2-10 0,2 7 14 0,0 3-5 16,1 4 3-16,2 1-5 0,-2 4 6 0,1 9-2 15,-1-6-2-15,6 20-15 0,-3-7-25 16,2-1-35-16,1 1 8 0,-3-1-89 0,4 0-10 15,0-3-42-15,2 1-61 0,-1-2-9 16,3-1 28-16,1-3-228 0,1-4 44 0,-2-4 34 16,-4-5 24-16,2 0 39 0,14-14 21 15,-10 3 23-15</inkml:trace>
  <inkml:trace contextRef="#ctx0" brushRef="#br1" timeOffset="39652.03">14136 2536 520 0,'7'0'376'0,"4"5"-57"16,4 2-28-16,1 3-21 0,2 1 0 0,1 1-20 16,0 4-28-16,2 7 0 0,1 2-6 15,-1-1-33-15,-2 1-11 0,-4 4-21 16,-1 1-15-16,-5 1-23 0,-2 0 3 0,-6 1-23 16,-1-16-10-16,-10 29-73 0,-2-13-88 15,-7-2-43-15,-3-3-48 0,-6 0 15 0,-5-1-210 16,-5-4-33-16,-6 0 32 0,-6-4 25 0,-9-2 18 15,-5-5 45-15,-6 1 17 0,-20-6 24 16,-1-5 14-16,44-1 13 0,-96-7 3 16</inkml:trace>
  <inkml:trace contextRef="#ctx0" brushRef="#br1" timeOffset="39942.62">12036 2344 377 0,'0'0'312'0,"-3"-12"-53"16,1 12-30-16,-1 3-35 0,1 10-14 15,-3 7-26-15,1 3-8 0,2 7-12 0,-1 5-14 16,2 7-6-16,1-18-9 0,0 14-8 15,8 61-9-15,1-30-8 0,4 1-9 16,2 1-5-16,3-5-6 0,4-1-21 0,3-7-39 0,0-4-39 16,3-6 3-16,2-5-204 0,0-6-119 15,-2-5 22-15,7-8 39 16,-4-7 20-16,0-6 2 0,3-6 14 0,-2-4 45 0,-16-1-25 16</inkml:trace>
  <inkml:trace contextRef="#ctx0" brushRef="#br1" timeOffset="40096.12">12883 3067 605 0,'3'-3'346'15,"1"2"-52"-15,-2-1-36 0,-1 2-31 0,1 0-46 0,-2-1-105 16,0 1-106-16,0 0 2 0,0 0-292 16,0 4 26-16,-2-4 32 0,-1 2 5 15,1-2 41-15,-1 0-1 0</inkml:trace>
  <inkml:trace contextRef="#ctx0" brushRef="#br1" timeOffset="68994.27">5589 9772 318 0,'0'0'354'16,"-5"-15"-50"-16,4 10-44 0,-2 1-20 16,3 1-36-16,0 2-24 0,0 1-25 0,0 1-12 15,0 2-9-15,0 0-25 0,0 13-10 0,0-1-6 16,0-8-14-16,0 6-2 0,0 4-16 16,0 2-6-16,7 19 0 0,-3-20-13 15,-2-1 4-15,0-3-11 0,-1-4-4 16,0-2-2-16,1-1 14 0,-1-3-15 0,1 0 3 0,0-3-1 15,-2-4 2-15,3 0-4 16,3-8-5-16,-2-3 6 0,3-6-13 0,-1-1-1 16,-1 2 2-16,0-4 3 0,-1-2-10 0,0-2 1 15,0-5 1-15,-1-1-3 0,0 1 1 16,0 3 4-16,-2 2-6 0,2 1-5 0,-2 5 2 16,1 0 11-16,-1 2-4 0,1 4-12 15,-2 4 3-15,1 4 9 0,0 4-13 0,-1 3 15 16,0 0-13-16,0 0 12 0,8 11-13 15,-4 2-2-15,-1 0 2 0,-1 1 11 0,-1 0-7 16,1-1-5-16,0 0-1 0,0-4 1 16,-2-2 12-16,1-2-14 0,0-1 1 0,0-1 5 15,-1 0 0-15,1-2 14 0,-1-1-21 0,0 0 4 16,0 0 0-16,0 0 1 0,3-12-1 16,2 1 11-16,-3-2-12 0,-2 2 1 15,0 5 2-15,0-4 0 0,0-1 4 0,0 2-6 16,-10-9 0-16,9 13 1 0,-2 0-1 15,3 3 0-15,-1 2 9 0,-2 2-13 0,2 1 2 16,1 1 0-16,-3 12 14 0,1 1-14 0,1 4 0 16,1 0 0-16,0-12 0 0,0 7 0 15,0 5 10-15,9 22-16 0,-5-19 4 16,1-3 3-16,1-2 0 0,0 2 4 0,0-4-8 16,1-2 1-16,2-1 10 0,-2-3 2 0,2-5-14 15,2-1 10-15,-3-5-10 0,-8 0 2 16,20-11 2-16,-9 3 10 0,1-3-12 0,-2 0 2 15,0-3 0-15,0-2 2 0,-2 0 5 16,-3-3-6-16,0-2-1 0,-3 3 11 0,1-1-14 16,-1 2 2-16,-1 4 2 0,0 3 5 15,-1 2 4-15,2 3-10 0,-2 1-2 0,0 4 4 16,-1 6-1-16,2-1 12 0,0 9-17 16,-1-6 6-16,0 5-3 0,0 3 3 0,0 3 11 15,7 21-16-15,-2-20 2 0,0 0 0 16,-1-1 12-16,3-2-15 0,-2-2 3 0,2-2 8 15,0-3 3-15,1-4-12 0,-1-2 3 16,0-4 0-16,-7 0 3 0,18-8 4 0,-6-1-10 16,-2-3 3-16,-2-4 2 0,0-3 10 15,-2 2-15-15,-2-6-1 0,-1 1 6 0,-3 9 0 16,0-4 15-16,0-4-6 0,-15-20 5 16,6 20-18-16,0-1-1 0,-6 1 14 15,3 1-16-15,1 3 6 0,-2 4 1 0,-1 0-1 16,2 3 3-16,-2 5-5 0,3 4 2 0,11 1 13 15,-17 11 3-15,8 1-24 0,4 6 6 16,2 3-1-16,2 1 13 0,1-11-7 0,0 6-11 16,8 20 5-16,-3-16 0 0,1-1 17 15,2-4-17-15,1 0-4 0,3 0 6 0,2-3 10 16,1-2 1-16,-1-1-11 16,3-5-1-16,-1-2-1 0,1-3 6 0,-9 0-7 0,4 0 3 15,16-11 7-15,-15 4 6 0,0-4-19 16,-2-5 19-16,1 1-18 0,-4-4 3 0,0 1 6 15,-1-2-5-15,-2 3 15 0,-1-2-20 16,-1 3 5-16,1 0 2 0,-3 3 9 0,2 2-11 16,-2 3 8-16,0 2 3 15,-1 2 11-15,1 1-7 0,-1 2-12 0,0 1 2 0,0 0 1 16,0 0 1-16,3 8 1 0,-1 6-12 0,2-3 8 16,1 5 0-16,-2-1 2 0,2 4 0 15,1 0 12-15,0-1-23 0,3-1 6 16,-2-1 3-16,2 2-1 0,-1-6 8 0,0 2-7 15,1-3-2-15,-1-1 0 0,2-2 3 16,-2-3 10-16,-2-3-14 0,0-1 6 0,-6-1-1 16,13-9 2-16,-4 1 12 0,1-1-22 0,-2-1 11 15,1-5-1-15,-3-2-1 16,0-3 20-16,0 1-13 0,-2-1-12 16,0 0 1-16,0 1 12 0,0 6-16 0,-2 1 3 0,1-1 2 15,-3 5 2-15,2 1 16 0,-2 3-24 16,1 0 3-16,1 3 15 0,-2 1-10 0,0 0-14 15,0 0 24-15,7 10-22 0,-3 2 2 16,1 0 3-16,0 2 22 0,0 2-21 16,0 0-5-16,0 0 5 0,1 0 1 0,0-2 15 15,1 0-24-15,-2-1 5 0,2-1 3 0,-3-4-2 16,2-1 3-16,-2-4-1 0,0-1 2 0,-4-2 7 16,5 0 0-16,10-11-16 15,-5 2 9-15,1-5 0 0,-2-2 8 0,-1-1-13 0,-1-2 2 16,0-1-4-16,-4 1 7 0,2-1 21 15,-3-1-23-15,1 6 1 0,-1 4 6 16,-1 1-6-16,0 3 2 0,1 3 2 0,-1 3 4 16,-1 1 25-16,0 0-16 0,7 15 1 15,-3 0 10-15,2 6-2 0,-2 5 2 16,2 3-3-16,1 5 10 0,-1 5-2 0,1 1-24 16,0 4 3-16,0 5 1 0,-1-1-1 0,0 0 0 15,2-1 2-15,-1-2-7 0,-3-4 2 16,2-5-10-16,-2-3 10 0,1-5-6 0,0-3 1 15,-4-3 45-15,1-3 6 0,2-5-15 16,-4-6 1-16,0-8-4 0,0-6-7 0,-3-8 8 16,3 4-11-16,-6-23 1 0,2 5-3 0,-2-7-4 15,1-5-4-15,-2-6-1 0,-5-5 2 16,4-4-6-16,0 0-7 0,2 2-3 16,2 3 7-16,2 6 1 0,-1 6 1 0,3 22-6 15,0-8-5-15,0 0 11 0,10-21-10 0,-1 26-3 16,0 5 0-16,1 4 2 0,-2 7-17 15,-8 3 15-15,9 0 0 0,10 16 0 0,-14-3-1 16,0 4 10-16,-4 2-7 0,-1-10-9 16,0 8 4-16,0 2-6 0,-10 23-8 0,2-20 0 15,1-1-2-15,-1-4 13 0,0 1 1 16,2-1-27-16,-1-6-9 0,-1-1-38 0,-1-4-8 16,1-3 5-16,1-3-5 0,7 0-3 0,0 0-5 15,-11-9 1-15,9 5 6 16,2 0 6-16,0 1-6 0,2 0 10 0,-1 0-3 15,0 1 14-15,2 0 12 0,-1 1 0 16,2 0 6-16,0 0 6 0,0 1 7 0,12 1 0 16,-11-1 7-16,5 0 6 0,3 0-1 0,3 0 2 15,-4 0-5-15,16-9 9 0,-13 3 7 16,-1-1-8-16,1-1 14 0,1-2 4 16,-2-2 5-16,0 1 7 0,-1-2-3 0,-2-3 3 15,-1 0 16-15,-2 0-1 0,-2-1 2 0,-1-1 2 16,0 1 6-16,-3-2 7 0,-2 2 12 15,1 3 34-15,-1 8-26 0,0-2 31 0,0 1-37 16,0 1 4-16,0 1-5 0,0 5 1 16,0 0-5-16,-8-6-18 0,7 11 4 15,0 4 18-15,-1 7-15 0,2 0-20 0,0-8 1 16,0 6-1-16,0 4-4 0,0 1 23 0,0 0-36 16,10 23 11-16,-6-23-4 0,2 0 1 15,0-3 0-15,1-1-3 0,0-3 27 0,1-1-35 16,1-4 12-16,-1-1 1 0,0-4 3 15,-8-2-9-15,5 0-5 0,9-9 9 0,-6 0-1 16,-2-2 0-16,0-3 23 0,-5-1-22 16,2-2-8-16,-3 7-1 0,0-4 2 0,-10-23 2 15,4 17-4-15,-1-1 3 0,0 1-2 16,-1 1-1-16,-1 2 0 0,2 1 1 0,-1 0 8 16,2 4-19-16,0 3 6 0,1 1 1 15,1 5-3-15,1 1 4 0,3 2-1 0,0 0 1 16,-6 17-1-16,6-5 2 0,0 2 8 15,0-6-14-15,0 5 5 0,9 21 0 0,-7-14 2 16,3 0 18-16,3-1-7 0,-2-1-8 16,2 0-11-16,2-3 2 0,3 1 5 15,-1-5-4-15,3 1 0 0,-1-5 2 16,0-2 1-16,0-4-2 0,-6-1 0 0,15-7 26 0,-11-3-25 16,1-1 20-16,0-2-19 0,-3-2 21 15,0-2-12-15,-2-2-7 0,1-1-10 16,-2-2 6-16,-2 2 1 0,-1-1 23 0,1 0-36 15,0 1 1-15,0 2 12 0,-1 4 5 16,-3 1-2-16,2 5-7 0,0 5 7 0,-2 1 19 16,-1 2 1-16,0 0-1 0,0 0-4 0,9 12 0 15,-7 2 5-15,3-1-9 0,-2 4-4 16,1 0-3-16,-1 1 8 0,1-1 1 16,-1 1-13-16,1-2 8 0,-1-3 5 0,-1 1-1 0,3-3-2 15,-1 1 0-15,0-3-2 0,-1-3-2 16,0-2 3-16,1-3-2 0,-1 1 1 15,-3-2 1-15,0 0-2 0,4 0 12 0,5-10-4 16,-2 2-11-16,0-5-2 0,-2 0 2 0,1-2-5 16,0 2 2-16,-1-1-2 0,1 2-1 15,-2 1 15-15,0 5-1 0,-2 1-18 16,1 0-2-16,-1 4-4 0,0 0 6 0,-2 1-4 16,0 0-1-16,0 0-4 0,8 10 1 15,1 4 1-15,-5-2 14 0,2-2-4 0,-2 2 3 16,1 2 3-16,1-3 0 0,1-1 20 0,3 0 1 15,-3-2-18-15,3-3 2 0,1-1-3 16,-4-1 12-16,3-3-4 0,-3 0 11 16,14-10-12-16,-8 3-8 0,-2-3 4 0,2 0 2 15,-3-2-5-15,0-4-6 0,-5 0 10 0,1-2 4 16,0-2-12-16,-4-1 8 0,0 2-1 16,-2 8-11-16,0-2 24 0,-9-20-14 0,4 17 2 15,-1 1 4-15,0 3-5 0,2 2 7 16,0 4-4-16,1 1-2 0,2 2-7 0,-4 2 14 15,5 1-3-15,0 0-10 0,-4 8 3 0,3-4 8 16,-1 9-8-16,1-2-3 16,1-2-1-16,0 2-6 0,0 4 7 0,0 1 8 15,10 16-10-15,-9-16 0 0,5-2 3 0,1-1 7 16,-3 0-10-16,2-2 2 0,-1-2-14 0,0-4 21 16,-1 1-6-16,-1-3-1 0,1-1-8 15,-1 0 11-15,-3-2-1 0,0 0 0 0,10 0 5 16,8-16-15-16,-8 7 15 0,-3-3-4 15,1-2-5-15,-1-2 1 0,0 0-8 16,2-1 13-16,-3 2 0 0,-1-1-4 0,2 2 3 16,-1 2 4-16,-3 4-14 0,-2-1 2 0,3 5-4 15,-2 0-6-15,-1 2-2 0,1 2 8 16,-2 0 6-16,0 0-17 0,0 0 7 0,8 16 2 16,-4-4 3-16,0 5-11 0,-1-1 20 15,2 3-6-15,-1 0-2 0,0 2 5 0,2-2-6 16,2-1 8-16,-1-2 1 0,2-2-4 15,-1-2-7-15,1-3 7 0,-1-3-2 0,0-2 2 16,-8-4 7-16,10 0-6 0,14-12-1 16,-10 1 1-16,0 0-7 0,-1-5 16 0,-3-2-4 15,0-1 0-15,-2-3-2 0,-1-4 2 16,-2-3-4-16,-4-6-10 0,-1-1 15 0,0 18-8 16,0-7 2-16,-8-31 9 0,6 27-3 0,-1 4 15 15,3-1 7-15,-2 7-4 0,0 3-12 16,2 6 5-16,-1 9 10 15,-1 5-9-15,2 1-3 0,3 12-4 0,-3-8 1 0,0 8 2 16,0 3-2-16,7 30-2 0,-5-18 0 0,0 2 6 16,1 3-3-16,1 0-4 0,1-2-8 15,0-2 1-15,1-4-10 0,0-2-12 0,1-5-34 16,0-1 5-16,1-2-73 0,-1-6-12 16,0-4-42-16,-4-4-36 0,1-4 18 15,-4-1-269-15,0 0 32 0,0-12 18 0,-3-1 41 16,-4-1 32-16,0-1 28 0,-3-2 14 0,-1-2 26 15,-4 1 11-15</inkml:trace>
  <inkml:trace contextRef="#ctx0" brushRef="#br1" timeOffset="69170.42">7613 9442 389 0,'-5'0'325'0,"4"0"-29"0,1 0-23 0,0 0-19 16,8 0-41-16,5-2-18 0,4-1-20 0,-9 3-17 15,22-3-23-15,-9 0-13 0,3 2-8 0,0-2-2 16,0 0-28-16,-1 1-37 0,-1-2-50 15,2 0-91-15,-4 0 8 0,4-1-276 0,1 3 14 16,-6-2 37-16,0 0 20 0,-2 2 3 0,4 0 45 16,-11 2 9-16,4 0 14 15,5 0 17-15</inkml:trace>
  <inkml:trace contextRef="#ctx0" brushRef="#br1" timeOffset="70026.16">8264 9590 442 0,'3'0'309'0,"0"0"-30"0,0 0-19 15,-1 0 3-15,2-2-27 0,-2 1-9 16,3 1-16-16,-3-3-3 0,10-2-11 0,-3-3-15 16,2-2-18-16,0-1 0 0,-1 0-19 15,1-2-24-15,-1-1-14 0,-2 0-13 0,-1-2-11 16,-2 1-8-16,0-2-13 0,-3 1-7 0,0-2-5 15,-2 9-3-15,0-3-2 0,0-1 18 16,0 1-1-16,0 2-5 0,-9-4-7 0,7 9 6 16,1 2-20-16,-1 2 0 0,0 2 0 15,-1 4-4-15,-1 8-6 0,1 3 0 16,2 3-5-16,1 1-9 0,0-8-2 0,0 5-1 16,0 1 6-16,0 2-3 0,11 22-5 0,-7-21 13 15,0-5-7-15,2-1-1 16,1-3-3-16,0-1-5 0,3-4 17 0,-1-5-3 0,-1-2-10 15,-8 0 8-15,9 0-16 0,11-12 6 16,-9 1 1-16,-2-4 1 0,-1 1-8 16,0-3 6-16,0-1-8 0,-1-2 4 0,-2-3 4 15,-1 0 1-15,-2 2-8 0,0-4-3 16,-1 3 12-16,0 1-7 0,-1 2-6 0,2 4 7 16,-2 1-2-16,0 5 3 0,1 2-2 15,3 4 1-15,-2 0 12 0,1 3-14 0,-3 0-1 16,0 0 4-16,18 13 6 0,-9-2-22 15,-1 2 20-15,3 2-5 0,-1 1 7 0,0 1-3 16,-3 1 7-16,1-1 0 0,-2 1-4 0,-1 4 1 16,-2 0-7-16,-1 0-8 0,-2-9 10 15,0 2-4-15,-8 22 8 0,3-19-7 16,1-4 7-16,-2-2-16 0,0-1 12 0,2-6 3 16,0-1-13-16,-1-4 7 0,5 0 6 0,-14-9-6 15,5-3-5-15,1 0 2 0,2-2-17 16,-1 1 15-16,0 1 0 0,2 1-13 0,0 5 5 15,1-1 3-15,2 4-16 0,2 0 6 16,0 3-3-16,0 6 12 0,1-1 0 0,2 10 1 16,-3-7-3-16,8 19 18 0,-2-7-27 15,-1 0 13-15,2-1-6 0,-1 3 8 0,1-4 7 16,0 2 0-16,4-2-119 0,-1-2-26 16,0-5-25-16,-1 0-67 0,0-6 22 0,-3-3-225 15,-6-2 9-15,0 0 34 0,16-18 55 16,-11 4 32-16,-5-6 15 0,0-2 26 0,0 10 4 15,0-6 21-15,-13-30 36 0,4 16-6 16</inkml:trace>
  <inkml:trace contextRef="#ctx0" brushRef="#br1" timeOffset="70282.06">8355 9100 483 0,'0'0'273'16,"-6"0"-44"-16,-3 7-21 0,6-2-20 0,2 1-13 15,0-1-12-15,2-1 4 0,-1 0-9 0,0 2-11 16,12 8-4-16,-6-9-8 0,1-4-18 16,0-1-10-16,-1-1 14 0,-1 1-30 0,12-10 4 15,-5 4-22-15,-3-3 8 0,-4-2 1 16,-3 0-4-16,1-1 2 0,-3 6-24 16,0-2 0-16,-14-8-8 0,9 11-8 0,-6 2-40 15,5 3-27-15,-5 0-25 0,-4 0-35 0,-18 14-79 16,15-3 14-16,-1 2-240 0,-1 3 20 15,0 2 37-15,-1 1 29 0,-4 3 27 0,-1 2-1 16,-2-2 49-16,-1 6 3 0,-4 0 11 16,-6 9 1-16</inkml:trace>
  <inkml:trace contextRef="#ctx0" brushRef="#br1" timeOffset="71525.34">5522 10839 398 0,'0'0'263'0,"0"0"-17"0,0 0-21 15,3 1-15-15,0-2-8 0,0-2-14 0,3-5-19 16,1-2-10-16,1-4-3 0,-1-2-14 16,2-1-10-16,-4 0 3 0,2-1-31 15,-1-2-9-15,-1 0-4 0,1 0-8 0,-3 1 5 16,-2 0-17-16,2 2-3 0,-3 7-3 16,0-4 1-16,0 0-16 0,0-1-2 0,0 2-3 15,0 2 1-15,0 2 14 0,0 1-31 0,0 3 1 16,0 5-3-16,0 0 1 0,-10-5-12 15,10 8 2-15,0 3 1 0,1 11-5 16,-1-8 3-16,0 7-10 0,0 3 5 0,0 3-5 16,9 21 16-16,-4-21-23 0,-1-2 4 15,1-2 9-15,1 4 5 0,0-3-8 0,2-3-8 16,-1-1-2-16,-2-4 24 0,2-2-29 16,-2-3 8-16,1-4-3 0,-1-2 15 0,-5 0-7 15,15-9 0-15,-7-2 21 0,0-1-29 16,-1-2 14-16,1 0-13 0,0-2 10 0,-3-3-8 15,1 1 24-15,-2-2-17 0,-1 0-5 0,-3-2 17 16,0 11-23-16,0-4 11 0,0-2-4 16,0 2-2-16,0 2 5 0,0 2 2 15,0 2 19-15,0 2-27 0,0 2 1 0,0 5 0 16,0 0-1-16,-7-4-1 0,7 8 21 16,2 10-36-16,0 0 10 0,-2-6 1 0,0 3 1 15,7 17 11-15,-2-11-7 0,-1 0-3 0,0 0-1 16,2-2 18-16,-2 1-22 0,1-2 0 15,1-2-8-15,0-4 8 0,-1-2 3 16,1-2 19-16,-2-3-28 0,1-1 19 16,-5 0-10-16,5 0 1 0,11-10 4 0,-5-1-6 15,-1-2 4-15,-2 1-2 0,0-3 0 0,0-1 0 16,-1 0 3-16,-3 0-3 0,1 1 1 0,-1-2 7 16,-1 5-17-16,1-1 13 15,-2 5-7-15,-1 1 11 0,0 1-14 0,0 2-5 16,0 2 2-16,0 2 0 0,-1 0 21 0,0 0-29 15,0 0 11-15,10 19 3 0,-5-6 1 0,-1 3-3 16,2 0 20-16,-2 3-28 0,3-2 8 16,-1-1 3-16,0 1 5 0,1 0-9 0,-2-4-7 15,0 1 13-15,1-4 2 0,0-1 24 0,-1-4-26 16,1-3 4-16,0-2-2 16,-6 0-1-16,5 0 0 0,11-13 2 0,-6 3 1 15,1-1 1-15,-2-3-14 0,-1-2 12 16,-1-1 2-16,-1-3-5 0,-2-1 3 0,0 1 0 15,-3 2 7-15,1 0-9 0,0 2 3 0,-1 2-2 16,-1 5 7-16,1 2-20 0,-1 2 0 16,0 2 4-16,2 3-3 0,-2 0 29 15,0 0-30-15,5 8 6 0,0 5-4 0,0 0 0 16,0 1 18-16,1 0 6 0,0 1-32 0,0-1 10 16,-2 2 0-16,3-2-34 0,-3-3-33 15,3 1-19-15,-4-6-7 0,1-3-31 0,-2 1-37 16,2-3 16-16,-4-1-202 0,0 0-34 15,0 0 16-15,0 0 31 0,2-11 37 0,-1-5 13 16,-1 9 8-16,0-4 54 0,-13-19-3 16</inkml:trace>
  <inkml:trace contextRef="#ctx0" brushRef="#br1" timeOffset="71658.28">6047 10326 386 0,'-2'-2'272'0,"0"2"-57"0,2 0-32 15,0 0-24-15,0 0-13 0,0 0-22 0,-9 8-25 16,6-6-60-16,-4 6-4 0,-3-3-250 16,-4 3-71-16,-1-2 29 0,-2 1 29 0,-1-1-11 15</inkml:trace>
  <inkml:trace contextRef="#ctx0" brushRef="#br1" timeOffset="71792.28">5606 10388 280 0,'-2'0'194'16,"2"0"-37"-16,0 0-9 0,3 0-47 16,0 1-11-16,6 4-122 0,-1-3-102 0,4 5-107 15,1 2-32-15</inkml:trace>
  <inkml:trace contextRef="#ctx0" brushRef="#br1" timeOffset="73816.64">6238 10321 254 0,'7'-17'363'0,"-2"2"-66"16,0 1-29-16,1 1-47 0,-5 4-23 16,2 5-22-16,-1 1-7 0,-2 3-16 0,0 0-14 15,11 15-13-15,-6-1 0 0,1 5-27 0,0 0-6 16,-1 4-9-16,2 2-9 0,-3 3 3 0,1 4-17 15,1 3-1-15,-2-1-14 0,1 1-4 16,-1-1-1-16,-1-4 3 0,0-3-4 0,1-1-8 16,-1-3-8-16,1-3 0 0,-1-3 0 15,0-2-4-15,-2-5 1 0,0-3 9 0,0-4-4 16,0-1-21-16,-1-2-8 16,-1-2-13-16,0-1-17 0,-1-1-8 0,-3-8-8 0,-4-2-11 15,-6 0-12-15,2-2-1 16,-3 1 6-16,1 1 8 0,-1-1 6 0,1 4-4 0,1 0 0 15,3 2 22-15,-4 1-2 0,5 0 3 16,1 3 1-16,3 3 3 0,6 2 16 16,0 0-9-16,0 0 6 0,-4 10-5 0,7-7 13 15,5 3-2-15,3 1 3 0,1-1-7 16,1-3 1-16,3-1 22 0,-7-2-2 0,6 0 1 16,21-9-3-16,-15 4 24 0,-3-2 5 15,0-2-7-15,1-1-8 0,0-1 6 0,1-3-3 16,-3 2-2-16,-2-2-1 0,0 0 0 15,0-2-3-15,-4 1-9 0,1 1 8 0,-5-4-1 16,0 5 1-16,-2-1 8 0,1 3 1 0,-3 5 5 16,0 0-2-16,0 4-9 0,-2 2 0 15,-1 0-1-15,0 0-3 0,3 9-1 16,-3 4-3-16,2 3 3 0,1 0-3 0,0 1-7 16,-1 1 5-16,2 0-1 0,0 0 1 0,2 1 2 15,1-4 10-15,1 1 8 0,0-3-3 16,1-2-7-16,2-4 2 0,1-4 11 0,-4-1-14 15,-8-2 1-15,11 0-1 0,16-9-3 16,-13 0 1-16,2-1-5 0,-5-3 0 16,2-1 6-16,-2 1-6 0,-1-3 0 0,0-1 0 15,-2-2-4-15,1-1 5 0,-1 3-7 0,-1 0 0 16,2-1-1-16,-1 2 1 0,-2 3 4 16,-1 2-6-16,-1 5 3 0,2 2-7 15,-3 1 1-15,-3 3 7 0,0 0 0 0,6 0-7 16,8 15 1-16,-7-5 1 0,0 2 3 15,0-2-6-15,-2 2 5 0,1-1-2 0,0 0 6 16,1-1-2-16,-4-2 8 0,-1 0-16 16,0-4 3-16,-1 0 1 0,1-1 1 15,-1 1 27-15,0-2 13 0,1-1-7 0,-1 0-3 0,-1 1-3 16,0-2 4-16,0 0-15 0,0-6 3 16,-1 4-5-16,-1-3-1 0,-3-6-6 15,1-5 15-15,-3 2-20 0,-1-1-7 0,1-1 11 16,0 2-19-16,-2 2 19 0,3 2-12 15,-1 1 9-15,1 3-19 0,1 2 1 0,2 3-1 16,-1 1 17-16,4 0-16 0,0 0 2 16,-7 10 1-16,4 0 15 0,-2 2-15 0,1 1 17 15,3 1-20-15,-1 1 8 0,2-1 12 0,-2 4-5 16,2-9-11-16,0 1 4 0,0 4 1 16,8 12 6-16,-5-18-9 0,1 2 0 15,-1-5 4-15,1-1-5 0,0-1 13 0,-1-3-11 16,0 0 3-16,1-3-1 0,-1 1 1 0,4-7-8 15,-1 1 3-15,1-3 0 0,-4-1 7 16,1 0-6-16,-1-1-7 0,-3 3-3 0,2-1 7 16,-2 11 3-16,0-7-8 0,0 0 4 15,0 2-8-15,0 5 7 0,0-5-7 0,0 5 4 16,5-5 3-16,-5 7-1 0,2 1 3 0,6 5-1 16,-4 5 4-16,1 1-5 0,2-1 8 15,-2 1 3-15,2-1-2 0,0-2 0 0,0-1-7 16,0 1 13-16,0-3-1 0,3 0-4 15,-5-3 11-15,2-4-5 0,0-1-5 16,-7 0 10-16,10 0-6 0,10-14 0 0,-7 6 11 16,-3-3-14-16,1-3 2 0,-1-2 3 15,-3-2 8-15,0-2-11 0,-4-3-2 0,0-3 0 16,-2-3 11-16,-1-2-9 0,0 13-1 16,0-8 2-16,-11-34 0 0,5 24-4 0,0 4 10 15,1 3-11-15,-1 3 1 0,0 4 14 16,1 2 2-16,1 1-1 0,1 4-2 0,-3 3-11 15,5 6 4-15,-1 5-1 0,2 1 3 16,0 0-2-16,-3 12-4 0,3 4 0 0,0-5 2 16,0 6 1-16,12 30 6 0,-9-16-10 15,2 2 2-15,1-1-1 0,1 1 9 0,1-1-6 16,-1-1-2-16,2-2-2 0,1-2 0 0,1-5 5 16,0 0-5-16,2-4 2 15,0-4 3-15,1-1-1 0,0-5 9 0,1-2-1 0,-3-6-7 16,-5 0 0-16,12-8-3 0,-7-2 4 15,-2-5-5-15,-3-1-1 0,0-4 2 16,-2-4 5-16,-2-2-5 0,0-4 1 0,-3 15 8 16,0-9 2-16,0-7-7 0,0-1-10 0,-10-31 0 15,7 36 3-15,0 1 13 0,1 4 3 16,-1 3-16-16,0 4-2 0,2 7 4 16,-1 4 7-16,1 5-11 0,1 2-4 0,0 2 5 15,0 11 12-15,0-5-14 0,0 6 3 0,10 24 3 16,-6-14 3-16,-1 0-5 0,1 3-1 15,2-1 1-15,1 0 3 0,-2-3 7 0,2 0-12 16,2-3 0-16,-1-1 5 0,2-6 5 16,0 0-6-16,4-2 16 0,-3-2-11 0,2-5 3 15,-2-3-6-15,2-4 16 0,-9 0-16 16,13-10 4-16,-6 1-1 0,-1-4-4 16,0-5 4-16,-1 2 3 0,-4-3 8 0,1-1-20 15,-2 1 6-15,3-1-3 0,-4 2 1 0,1 1 8 16,-1 4-8-16,-3 2 2 0,0 4 5 15,1 1-10-15,1 3 4 0,-2 2 1 16,0 1 9-16,0 0-13 0,0 0 3 0,1 11 1 16,2 3-1-16,-3 0 15 0,0-1-21 15,1 1 10-15,2 1-10 0,-1-3 13 0,2-1-7 16,-1-3 16-16,0-2-18 0,-1-2 6 16,1-1 1-16,1-2 4 0,1-1 4 0,-5 0-6 0,0 0 3 15,15-12 10-15,-8 2-20 0,-1-1 7 16,-1 0 0-16,1-1 9 0,-3 1-4 15,0 4 16-15,-2 1 9 0,-1 1-5 0,3 2 5 16,-3 1-13-16,1 1 0 0,1 1-1 16,-2 0 3-16,0 0-1 0,7 17-2 0,-3 1 28 15,3 1-20-15,-4 4 19 0,3-1 19 16,-1 5-9-16,5 9 17 0,-3 1 2 0,2 3-9 16,0 3-6-16,1 2-15 0,-1 2 3 15,2 2-2-15,-4-1-8 0,2 1-5 0,-4 0 4 16,1-4-9-16,-2 3 12 0,0-5 1 15,-1-5 7-15,-3 0 6 0,0-4-3 0,0-3 4 16,0-17-9-16,0 3 12 0,-8 22-2 16,1-22-7-16,0-6-7 0,-2-11-4 0,3 0-8 15,-12-14-8-15,4-2 7 16,1-5-8-16,1-7-7 0,-2-9-3 0,1-8-13 0,0-1-9 16,5-2-13-16,2-1-4 0,3-2-17 15,3 27-15-15,0-10-16 0,14-44-3 0,-5 38-28 16,2 3 8-16,2 2-28 0,1 2-48 0,0 2-18 15,0 2-35-15,-1 2-49 0,-5 1 26 16,-2 5-232-16,-2 0 42 0,-4 8 36 16,0-1 17-16,-13-16 39 0,4 15 35 0,-7 3 22 15</inkml:trace>
  <inkml:trace contextRef="#ctx0" brushRef="#br1" timeOffset="73932.19">6825 10265 489 0,'-10'0'275'0,"-16"-3"-61"16,18 1-120-16,5 1-11 0,2 1-247 15,-1-1-71-15,5 1-27 0,0 0-6 0</inkml:trace>
  <inkml:trace contextRef="#ctx0" brushRef="#br1" timeOffset="74496.81">7862 10190 412 0,'-4'-12'339'0,"2"4"-47"0,1 1-21 15,0 1-40-15,1 6-12 0,0 0-15 16,0 0-41-16,8-10-7 0,-4 12 1 0,8 4-31 16,-1 3-6-16,3-2-7 0,-3 7-9 15,-1 2-5-15,0 0-15 0,-2 3-8 0,-1 0-3 16,1 2 11-16,-3 0-31 0,1-1-4 16,-4-1 3-16,-1-4-16 0,0 0-4 0,-1-4 5 15,0-11 0-15,0 7 14 0,0 0 13 16,0-3 0-16,0-4-6 0,0 0-8 0,-9 7-4 15,7-10-4-15,-4-5-6 0,3-5-10 0,2-3 1 16,-1-1-39-16,2 5-19 0,0-5 1 16,10-20-37-16,-4 16-12 0,1 2-21 15,1 0-13-15,0 3-25 0,1 1-37 0,5 3 16 16,-4 1-164-16,0 3-54 0,0 4 30 16,-1 0 25-16,-2 4 12 0,-7 0 20 0,6 0 44 15,0 0-14-15,8 9 31 0</inkml:trace>
  <inkml:trace contextRef="#ctx0" brushRef="#br1" timeOffset="76855.92">8173 10270 337 0,'3'3'233'0,"0"0"-2"15,-1-1-16-15,0-2-27 0,1 1-11 16,0-1-17-16,-3 0-26 0,5 0-7 0,9-14-5 16,-8 6-11-16,0-3-6 0,-1 3-4 0,-3-4-8 15,2-2-14-15,-4 0-4 0,2-1-9 16,-2 6 0-16,0-2-16 0,-12-16-6 0,4 13 2 15,2 2-7-15,-4 1-4 0,2 3-2 0,-2 2-3 16,3 4 6-16,2 1-13 16,5 1-2-16,-6 0-2 0,-5 7-4 0,4 4 2 15,0 4-2-15,2-1 1 0,2 4-3 16,2 1 7-16,1-9-13 0,0 6 0 16,0 1 1-16,10 23-1 0,-4-21 3 0,1-1 2 15,0 1-1-15,3-3 3 0,-1-3 3 0,3-1-6 16,0-1 1-16,0-6 3 0,2-1 11 0,0-2 4 15,1-2-17-15,-6 0 1 0,15-10 8 16,-8 3-11-16,-1-4-1 0,-1-1-1 0,-1 0 9 16,-1-2-14-16,-2-1 7 0,-2-1-1 15,1-2-3-15,-3 0 4 0,0-1 4 0,-1 0 14 16,-1 3-16-16,0 2-1 0,-1 2 6 16,0 4-4-16,-1 2 6 0,0 2 4 0,-2 3-16 15,0 1 0-15,0 0 0 0,0 0 0 16,6 8 13-16,-5-5-18 0,4 11 2 0,-3-1 2 15,1 2 12-15,1-1-19 0,-1 2 18 16,1-1-5-16,-1-1-20 0,4-2 10 16,-3-2 7-16,0-4-6 0,-1 1-2 0,3-4 1 15,-2 0-3-15,0-3 11 0,-4 0-12 0,8 0 1 16,11-16 7-16,-6 7-12 0,-3-3 4 16,1-1 0-16,0-1 1 0,-2 0 4 15,1-2-8-15,-3 2 4 0,0 1-2 0,-3 1 14 0,2 0-13 16,-3 7 16-16,0-1-6 15,-2 1-20-15,0 3 3 0,1 1 3 0,-2 1 0 0,0 0 17 16,2 8-22-16,-2-4 5 0,2 10 0 16,-1 2 10-16,1 2-12 0,1 0 4 0,1-2 0 15,0 0 13-15,0 1-18 0,2-4 5 16,1 0 2-16,0 0 2 0,0-3 8 0,1-2-7 16,2-7 1-16,-1-1 2 0,-2 0 16 15,2 0-20-15,13-13-1 0,-10 5 2 0,0-3 7 16,-2-2-7-16,-1-1 1 0,1-2-5 0,-1-3 4 15,-3 0 4-15,2 2-9 0,-1 0 4 16,1-1-2-16,-1 4 16 0,0 2-23 16,-4 5 5-16,2 2 0 0,-1 1 2 0,-1 3 8 15,1 1-13-15,-4 0 8 0,0 0 7 16,12 13-14-16,-7-5 5 0,0 0 0 0,0 1 0 16,0 0 12-16,-2 2-16 0,0-3 6 15,-1-2 2-15,0 0 17 0,-1-1-7 16,1 0 5-16,-1-2-11 0,0 0-4 0,0-1 10 15,0 1 30-15,0-3-33 0,-1 2 10 16,1-1-12-16,-1-1 12 0,0 0-5 0,0-3-2 16,-1 0 4-16,1 1-16 0,-5-9 6 0,-1 0 0 15,1 0-5-15,-2 1-3 0,0 1 0 16,2 1 0-16,-2 1-5 0,2 1 17 0,0 5-19 16,5 1-1-16,-5 0 15 0,-7 11-16 15,6-3 5-15,-2 4-2 0,4 1 10 0,-2 2-10 16,2 0-1-16,1 3 3 0,1 0 3 0,0 1-4 15,2-11 12-15,0 4-12 16,0 1 2-16,8 16 0 0,-4-18-5 0,2 1 3 16,1-5 0-16,-1-4-1 0,1-2 24 0,-7-1-34 15,21-8 11-15,-7-3-4 0,-1 0 5 16,-2-4-20-16,3 0 6 0,-5-4 0 0,1-3 0 16,0 1 4-16,-2-4 2 0,-1-2 2 15,-1-2 19-15,-5-4-5 0,1-1-17 0,-2 18 3 16,0-10 1-16,0-2 3 0,-8-31-6 15,4 30 5-15,-1 3 4 0,0 4 2 0,0 1 7 16,0 4-8-16,1 4 2 0,0 6 21 16,1 5-12-16,1 2-18 0,2 0 8 0,-3 8-1 15,1 5 1-15,2-4 9 0,0 3-17 0,0 4 6 16,0 5 4-16,0 2-2 0,0-1 9 16,11 26-14-16,-8-25 6 0,3 2 1 15,-2-2-2-15,3-2 11 0,0-1-12 0,1-1 2 16,1-2-2-16,2-1 2 0,0-3 0 15,3-2 2-15,0-5-4 0,2-2 1 0,-3-4-2 16,-7 0 13-16,4 0-19 0,12-12 1 16,-9 4 1-16,-3 0 5 0,0-3 2 0,-3 2-5 15,-2-3 0-15,0 3 22 0,-1 0-32 0,-2 5 8 16,1-2 2-16,-2 4 12 0,1-1-17 16,0 0 5-16,-2 2-2 0,0 1 19 0,0 0-12 15,0 0 11-15,2 18-14 0,0-8-4 16,-2 3 14-16,3 1-15 0,-1 0-4 15,1-1 6-15,1 1 2 0,1-1 4 0,0-2 14 16,0 0-18-16,0-6 20 0,0-3-22 16,1 1-1-16,2-3 4 0,-8 0 1 0,4 0 0 15,13-11 6-15,-7 1-12 0,0 1 5 16,-3-5 1-16,0-4 1 0,0-1 2 0,-5 0 20 16,0-3-31-16,-2 1 3 0,0 9 2 15,0-4 20-15,0-1-27 0,-13-20 7 0,7 23 2 16,-1 0 3-16,0 3-5 0,3 4 7 15,-1 3 11-15,2 3-19 0,-2 0 1 0,5 1 10 16,0 0-15-16,0 0 4 0,-9 12 2 16,7 0-1-16,1 0 14 0,1-5-13 0,0 2-1 15,0 4 17-15,12 14-22 0,-5-14 6 16,1-1 0-16,-1-2 1 0,2 0 4 0,0-2-7 16,-1-1 3-16,4-4 0 0,-3-3-4 15,-9 0 4-15,12 0 20 0,0 0-8 0,10-15-17 16,-12 10 20-16,-1-3-14 0,1-1-2 15,-3-1 16-15,2-2-22 0,-4 2 25 0,0-3-20 16,-3-1 5-16,0 4-6 0,1 3 6 16,-3 0 2-16,0 3 23 0,1 0-13 0,0 0-15 15,-1 4 4-15,0 0 20 0,0 0-14 0,-1-1-12 16,1 4 11-16,-1 2 2 0,1 8-11 16,0-7 2-16,0 6 14 0,0 0-1 0,0 2-19 15,0-1 3-15,0 2 4 0,11 14 10 16,-5-14-5-16,2-5 8 0,-2-2-10 15,3-2 10-15,0-1 1 0,1-2 11 0,-2-3 5 16,-8 0-19-16,12 0 4 0,10-11-5 16,-11 5 23-16,1-6-25 0,-2 0 5 0,-1-1 7 15,-2-3-16-15,0 1 2 0,-4 1-4 0,2 1-2 16,-4 2 6-16,0 2 2 0,2 2 0 16,-1 2 10-16,-2 5-11 0,0 0 3 15,0-3-14-15,0 5 8 0,0 2 2 0,0 1-6 16,0 9 2-16,0-7 3 0,0 4 0 15,7 17-3-15,-2-13 13 0,-1 0-15 16,2-3 2-16,0 0 2 0,1-3 0 0,0-2 20 0,3-1-27 16,-2-5 9-16,1-1 1 0,-2 0-2 15,-7 0-5-15,19-9-2 0,-7-2 5 16,0-2 3-16,0-1 8 0,-2 0-11 0,-1-2-1 16,-2-2 1-16,2 0 6 0,-3 1-18 0,2 1 13 15,-2 1-3-15,1 3 3 0,-3-1-4 16,0 5 0-16,-1 3 1 0,1 2 13 0,-1 3-24 15,-3 0 13-15,0 0-4 0,0 0 1 16,0 0-1-16,11 8 10 0,-6 3-2 0,2-1 2 16,-3 2 0-16,-1-2-3 0,1-1 9 15,1 0-1-15,-3 0 17 0,1-4-6 16,0-1 5-16,-3 0 1 0,1-1 12 0,0 0 3 16,1-1-3-16,-2-2-12 0,0 0 11 15,0 0-6-15,0 0-7 0,0 0-3 0,1-10 4 16,-2-1-13-16,-2-2-1 0,-1 1-7 0,-2 0-10 15,2 2 9-15,-3 1 0 0,3 2 4 16,-1 3-7-16,1 1 0 0,0 3-6 16,4 0-2-16,0 0-7 0,-14 11 17 0,4-1-1 15,3 2 0-15,3 4-16 0,-2-1 8 16,3 4 6-16,2-2 2 0,-2 3-10 0,2-2 12 16,1-9-6-16,0 2 0 0,0 3 3 0,0-1 8 15,0-2-1-15,11 7 13 0,-6-15-5 16,1-2 9-16,0-2-7 0,4-2-3 0,-1-5 4 15,0-4-6-15,1-2 0 0,1-3-3 16,-4-1-6-16,-1-1-5 0,-1-6 6 0,0-1-2 16,-1-4-10-16,-4-3 5 0,0-5 4 15,0 19 0-15,0-13-6 0,-11-41-3 0,5 33 12 16,-1 2-4-16,3 4-5 0,-3 5 3 16,1 2-6-16,2 4-5 0,0 3 14 0,1 6-9 15,0 9 3-15,3 5-1 0,-3 7 0 0,0 8 8 16,3 6-6-16,0-9 1 0,0 10 12 15,10 34-6-15,-1-21 21 0,-1 0-21 16,2 0 12-16,4-3 2 0,3-3 3 0,4 0-6 16,3-3 0-16,3-3-24 0,-2-3-59 0,3-5 7 15,-2-4-248-15,-4-3 27 0,-1-1-220 16,-4-2 30-16,-12-5 65 0,-5 0 24 16,7-9 27-16,-13 0 16 0,-5-1 43 0,-6 0 23 15,-7-1 26-15,-7-1 12 0,-4 2 15 16,-6 3 18-16</inkml:trace>
  <inkml:trace contextRef="#ctx0" brushRef="#br1" timeOffset="77893.83">5999 11495 534 0,'1'2'318'16,"-1"-2"-49"-16,2 0-27 0,-2 0-33 0,0 0-19 16,0 0-14-16,2-8-5 0,-1 4-18 15,1-8-7-15,0-1-11 0,-1 0 2 0,1 1-29 16,0-1-9-16,1 1-7 0,-3 0-8 15,0 4 13-15,2 0-34 0,-2 2 3 16,0 1 5-16,0 1-3 0,0 4-21 0,0 0-8 0,0-6-4 16,0 6 16-16,0 0-31 0,0-4 5 15,0 7-2-15,0 0 4 0,1 9-11 16,0 4-2-16,-1-7-1 0,5 16 20 0,-2-7-29 16,1 1 5-16,1-2-1 0,1 2 10 0,-2-3-19 15,0-1 5-15,0-1 0 0,2-3-3 16,-1 0 4-16,0-4 0 0,-1-3 1 15,1-2 2-15,-2 0 1 0,-3-2 2 0,0 0 13 16,16-10 4-16,-7 2-28 0,-2-3 8 0,1-3 2 16,1-3-4-16,-1 0 10 0,-1 1-4 15,1-2-18-15,0 1 8 0,0-2 0 16,-3-2 10-16,1 2-11 0,-2-2 1 0,2 4 0 16,-4 3-5-16,3 1 27 0,-3 4-26 15,-1 1-3-15,0 3 7 0,2 2-8 0,-1 2 3 16,-1 1 3-16,-1 0 7 0,0 0-5 0,11 16 22 15,-6-3-17-15,-1 3 1 0,0-2 11 16,1 2 23-16,1 1-32 0,-1-1 12 16,0-1-2-16,1-2-2 0,0-1 8 0,-1 2 2 15,-1-5-9-15,2-2 0 0,-2-3-4 16,1-2 0-16,0-2 10 0,-5 0 2 0,14-8-13 16,-5-1 7-16,1 0-3 0,-1-4-10 0,0 1 17 15,-1-1-2-15,-1-6-4 0,0-1 0 16,-1 0-23-16,-2 1 1 0,1-2 2 0,-2 2-3 15,-1 3-2-15,0 3 13 0,0 1 0 16,1 0-27-16,-1 6 2 0,-2 4 4 16,0 2-3-16,0 0 8 0,5 9-5 0,0 3 3 15,0 2 1-15,0 0-1 0,1-1 1 0,1 1 2 16,-2-1 1-16,2 0 1 0,1-1 5 16,-1-3-33-16,3-1 3 0,-3-3-40 0,0-4-24 15,-7-1-41-15,6 0-54 0,9-11 18 16,-10 5-253-16,-5-2 17 0,1-6 21 0,-1 5 59 15,-11-14 16-15,2 5 22 0,-1 2 26 16,-1-2 16-16,-4 1 0 0,-2-1 29 0</inkml:trace>
  <inkml:trace contextRef="#ctx0" brushRef="#br1" timeOffset="78191">6003 11128 409 0,'-1'14'259'0,"1"-7"-35"0,0 1-12 16,0 0-23-16,12 10-4 0,-6-12-13 0,-2-1-1 16,1-4-10-16,0-1-2 0,-1 0-15 15,-4 0 2-15,13-10-31 0,-7-2-3 0,0 2-2 16,-1-2-10-16,-2 0 1 0,-2-2-5 16,-1 6-22-16,0-4-7 0,0 0 2 0,-11-13-19 15,7 13-3-15,0 5-5 0,-2-2-2 16,0 5-29-16,3 0-19 0,-2 4-36 15,5 0-16-15,0 0-21 0,0 0-16 0,-9 12-26 0,9-7 11 16,2 9-108-16,-2-8-88 0,0 4-39 16,12 13-2-16,-3-6 47 0,3-3 21 15,1 2 41-15,1 0 1 0,3-1 16 0</inkml:trace>
  <inkml:trace contextRef="#ctx0" brushRef="#br1" timeOffset="78576.12">6844 11086 389 0,'2'-12'353'0,"1"-3"-59"0,-3 5-33 0,0 0-2 15,1 3-11-15,0 1-31 0,1 0-15 0,-2 3-17 16,0 3-19-16,0 0 9 0,0 0-38 15,0-4-6-15,0 7 17 0,0 1-39 16,0 14-11-16,0-7 19 0,0 5-13 0,0 5-11 0,0 1-10 16,0 4 3-16,0 2-11 15,4 27-14-15,3-29 1 0,2-3 6 0,0-3-16 16,3-2-11-16,2-3 4 0,0-3 7 0,3-3-19 16,1-4-1-16,2-5 0 0,-10 0-5 15,18-9 1-15,-14-1 5 0,2-3-13 0,-5-1 2 16,2-2-6-16,-2 0 0 0,-1-3-12 15,-2-3-2-15,-2 2 1 0,-5-5-58 16,-1 1-1-16,0 11-20 0,0-6 1 0,-8-22 1 16,3 20-3-16,0 2-18 0,1 1-14 0,-3 4-16 15,4 0-40-15,-1 7 15 0,-1 1-244 16,1 2-18-16,0 4 45 0,1-2 29 16,3 2 28-16,0 0 31 0</inkml:trace>
  <inkml:trace contextRef="#ctx0" brushRef="#br1" timeOffset="79168.25">7235 10996 578 0,'0'0'388'0,"0"0"-51"15,0 0-65-15,0 0-32 0,0 0-25 16,10-12-34-16,11-8-9 0,-10 12-19 0,0 0-3 15,1 0-11-15,-1 0 3 0,-1 1-8 0,0 1-4 16,-5 2-5-16,1 1-14 0,-2 0 26 16,-1 2-8-16,0-1-16 0,-2 1 7 15,2 1-23-15,-3 0-9 0,0 0-12 0,0 0-4 16,0 0-5-16,3 11-11 0,-2 2 0 16,1 3-5-16,-2 1-2 0,1 3 3 0,2 2 14 15,0 0-9-15,0-1-3 0,-2 8-8 0,2-1 2 16,1 0-1-16,-1 1-6 0,4-1-7 15,-3-4 1-15,-1 0 3 0,4-2-8 0,-3-3-4 16,0 3-7-16,2-4-6 0,-2-2 10 16,-2-3-7-16,-1-4-6 0,2-1 18 0,-2-3-8 15,1-2-1-15,-2-1-11 0,0-2-3 0,-3-2 7 16,0 1-9-16,-1-1-5 0,-10-1-11 16,-2-3 10-16,-1 2-2 0,0-2-5 15,-1 4-1-15,-2 2 0 0,12 0 10 0,-6 0-5 16,-2 0 2-16,-13 12-8 0,15-9 12 0,1 2-5 15,3-1-4-15,6 2 0 16,1-2 8-16,3 0-10 0,0-4 7 0,0 0-7 0,13 4 17 16,4-6-3-16,-9 2-3 0,20-7-1 0,-5 0 5 15,-1 2 7-15,2-4 11 16,2-2 8-16,-1 1 12 0,-1 0-8 0,-3-1 9 16,-1 4 0-16,-3-2-8 0,1 1-4 0,-2 2-3 15,-5 1-6-15,-4 3-18 0,-3-2-52 16,0 2 5-16,-2 2-186 0,-2 0-54 0,0 0 26 15,0 0-259-15,-9-3 44 0,7 1 32 16,-3 2 41-16,3 0 40 0,-3-1 20 16,1-1 35-16,-6-1 18 0,2 0 13 0,1-1 20 0,1 1-1 15</inkml:trace>
  <inkml:trace contextRef="#ctx0" brushRef="#br1" timeOffset="91007.62">5346 10216 244 0,'-2'-8'402'0,"-1"4"-71"0,0 1-52 0,0 3-32 16,0 2-27-16,-2 9-26 0,0 3-26 15,1 6-12-15,-3 2-9 0,4 5-18 0,-1 10-5 16,3 4-8-16,-1 2-9 0,2 7-12 16,-1 0-5-16,1-25-3 0,0 15-10 0,0 7-4 15,0 3 13-15,0 1-31 0,0-2-6 16,8 47-4-16,-5-56-5 0,0-1 4 16,1-6-37-16,-1-5-27 0,1-4-23 0,-2-1-27 15,1-2-27-15,-2-4-54 0,0-3 16 0,-1-9-200 16,0 0-48-16,0-5 24 0,-11 10 24 15,7-10 50-15,-2 0 11 0,2-3 19 0,-9-1 1 16,-1-2-8-16</inkml:trace>
  <inkml:trace contextRef="#ctx0" brushRef="#br1" timeOffset="91905.9">4325 10900 348 0,'0'0'298'0,"0"-7"-52"16,0-7-30-16,0 5-23 0,0-3-9 0,-9-24-16 15,5 13-1-15,0 0-20 0,-1-3-10 16,0 0-14-16,1-2-8 0,-4-1-1 0,0-1-16 16,0-1-7-16,-5-2-4 0,0 1 4 15,1-1-12-15,-3 2-1 0,6 5 5 16,0 4-3-16,1 2 6 0,1 4-30 0,2 4-3 16,3 8 0-16,2 4 0 0,3 16 6 15,4 3-3-15,1 2 0 0,2 14-1 0,1 5-6 16,2 8-11-16,1 7 0 0,0 3 2 15,0 7 0-15,-1 1-11 0,-1 2 3 0,0-2-5 16,-2-3 0-16,-2-3 17 0,2-3-22 16,0-6 9-16,-3-6-23 0,0-7 2 0,0-4 0 15,-4-4 21-15,4-5-34 0,-4-2 19 0,1-4-5 16,-1-5-4-16,-2-9-4 0,-1-5 1 16,-3-4-9-16,-2-6 4 0,0-5-21 0,-3-1-37 15,-2-5 2-15,-1-2-8 0,-2-3 13 16,-2 1-8-16,-1 1 6 0,2 0 6 0,-2 1 2 15,2 3 9-15,3 2 1 0,0 1 1 16,1 2 14-16,0 1-9 0,2 5-3 0,1-1 6 16,4 2 12-16,3 3-14 0,0 5 9 15,0-5 0-15,8-9 6 0,1 4 0 0,0-3 3 16,3 0 0-16,0-1 0 0,1 0 7 16,1-3-3-16,0-3 9 0,0 0-14 0,2-2 7 15,1-2-1-15,-3-1 3 0,0 3 11 16,-1-2-13-16,1 0-4 0,-6 2 8 0,1 0-1 15,-2 2 2-15,1 3-1 0,-2-1 4 16,1 2-5-16,-4 2 5 0,1 2-5 0,-1 3 1 16,0 4 2-16,-1 3 8 0,0 2-6 15,-2 0 2-15,10 10 3 0,-5-1 10 0,2 4-12 16,0 5 3-16,-1 1-2 0,0 0-3 16,-2 3 11-16,2-3-14 0,-1 2 2 0,1-4-7 15,2-2-8-15,-1-2-34 0,-1-3-24 0,-2-5-49 16,2-2 11-16,-6-3-273 0,0 0 8 15,14-16 23-15,-11 4 29 0,0-2 43 0,-2-3 2 16,0-1 5-16,-1-1 28 0,2-2-14 0</inkml:trace>
  <inkml:trace contextRef="#ctx0" brushRef="#br1" timeOffset="92044.28">4515 10515 400 0,'-3'-1'324'0,"2"1"-48"16,-2 0-44-16,3 0-25 0,0 0-30 0,0 0-29 15,0 3-29-15,-2-1-52 0,4 1-69 0,-1 1-2 16,3 8-301-16,-2-4-6 0,2 4 34 16,2 0 36-16,-1 1 2 0,0 1-3 0</inkml:trace>
  <inkml:trace contextRef="#ctx0" brushRef="#br1" timeOffset="92357.79">4608 10693 494 0,'0'-5'322'16,"0"2"-56"-16,0-1-39 0,1 1-21 0,1-1 5 0,3-6-27 16,4 2-12-16,1 3 3 0,1 3-27 15,-3 2-10-15,1 0-8 0,12 9 3 0,-8-2-34 16,-1 6 10-16,4-1-22 0,-5 3-6 16,-1 1 1-16,-4 2-8 0,1 2 21 15,-3 1-29-15,2-3 12 0,-5 1 9 0,0-4-8 16,-1-7 10-16,0 1-3 0,0-1 15 0,0 0-16 15,0-3-9-15,0-5-2 0,-8 6-19 16,5-9-12-16,-1-5-29 0,0-3-2 0,-2-3-76 16,5-1-23-16,-2-2-20 0,3-1-32 0,0 9-27 15,0-3-28-15,0-3 17 16,0 0-154-16,7-9-69 0,-3 14 35 0,-1 1 2 16,0 3 55-16,1 0 14 0,-1 3 15 0,0 0 7 15,-1 0 20-15</inkml:trace>
  <inkml:trace contextRef="#ctx0" brushRef="#br1" timeOffset="92939.34">4808 10651 244 0,'7'-5'99'15,"-1"2"65"-15,-1 0-1 0,-2 0 1 0,1-2 4 16,2 3 12-16,-5-2-10 0,2-1-19 0,3-4 10 16,-3-3-15-16,1 5-12 0,-4 0-4 15,4-4-5-15,-4 1-6 0,0 1-7 0,0 9 9 16,0-5-24-16,0-1-3 0,0 6-9 0,-8-11 8 16,5 10-13-16,0 1-2 15,-1 1-14-15,2 2 1 0,-3 6 6 0,-1 3-17 16,2 1-1-16,0 2-3 0,2-1 16 0,2-7-35 15,0 5-1-15,0 2 27 0,12 14-31 16,-7-14-2-16,2-2 14 0,3-1-32 0,-1 0 10 16,3-2-3-16,-2-1 8 0,0 0-14 0,-3-3 3 15,2 2-1-15,-2-1 0 16,-2-2 14-16,-2-1-20 0,-2 2 4 0,-1-5 2 16,0 0-3-16,-9 16 19 0,0-9-32 0,-1 1 7 15,3 0 1-15,-4 1-2 0,1-1 2 16,-1 0 0-16,2 0 19 0,1-3-29 0,2 2 7 15,-2 0-1-15,5-3 20 0,-1 2-19 16,1-2-13-16,3-3 4 0,0-1-1 16,0 0-1-16,0 0 1 0,0 0 9 0,10 6-12 15,1-12 2-15,-4 4 4 0,4-7 14 0,2-1-19 16,0-3 6-16,-1 1 1 0,4-5-2 16,-2-3 6-16,0-1 4 0,0-2 14 0,-1-3-10 15,1-1 13-15,-4-2 1 0,1-2-1 16,-4-4 7-16,-3 0-9 0,-2-3-2 0,-2 15 7 15,-7-48 15-15,-3 21-3 0,0 1 28 16,-4 2 27-16,1 3 7 0,-2 3 3 0,2 4-5 16,2 6-3-16,1 4 8 0,0 2-16 15,3 6 1-15,0 5-13 0,6 10-17 0,1 4 2 16,-2 8 4-16,4 11-8 0,-2-8 3 16,11 29-3-16,-4-6-1 0,0 4 3 0,4 6-11 15,-1 5-4-15,0 2-4 0,1-3 1 16,0 2-8-16,1-5-3 0,0 0-16 0,0-4-8 15,-1-5-15-15,3-5-46 0,0-3 8 0,0-5-98 16,-2-7-68-16,3-4-41 0,1-3 25 16,-8-7-185-16,-8-2-66 0,8 0 48 0,8-11 28 15,-10 1 40-15,-4-5 16 0,-2 9 27 16,0-8 48-16,-16-19 11 0,1 11-2 0</inkml:trace>
  <inkml:trace contextRef="#ctx0" brushRef="#br1" timeOffset="93146.28">4785 10459 481 0,'-1'3'298'16,"0"-2"-40"-16,2-1-12 0,6 0-26 0,10-2-16 15,0-3-4-15,5-1 4 0,1-5-22 16,4 1-7-16,1-2-15 0,0 0-6 0,2-2-25 16,-1 1-13-16,0-1-12 0,-3 1-26 15,-2 0-41-15,-1-1-59 0,-5 2-52 0,1 1 7 16,-5-1-325-16,-2-1 14 0,-5 4 46 0,-4 2 24 15,-3 7 21-15,0 0 11 0,0-5 45 16,-10-4-10-16,6 9 31 0,0 0 21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6T14:45:58.9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11371 12473 246 0,'11'-8'315'0,"-10"10"-55"0,0 1-39 0,0-3-37 16,-1 2-10-16,0 0-21 15,0-1-1-15,0 1-16 0,0-1-9 0,0 1-18 16,0-1 0-16,0-1-7 0,0 2-12 0,0-1-1 16,1 0 2-16,-1 0 4 0,-1 0-19 15,1 0-10-15,0 0 2 0,1-1-7 0,-1 1-10 16,0 0 1-16,0 0-7 0,0 0-1 0,0 0 10 16,-1-1-20-16,1 0 4 0,0 0-3 15,0 0-3-15,0 0-7 0,0 0-2 16,0 0-4-16,0 0 1 0,0 0-4 0,0 0 1 15,-2 2 0-15,1-1-6 0,1-1 14 16,-1 0-21-16,1-1 3 0,-1 1-3 0,1 0-4 16,0 0-20-16,0 0-16 0,0 0-21 0,0 0-18 15,0 0-41-15,0 0-25 0,0 0 14 16,0 0-245-16,0 0 0 0,0 0 29 16,0 0 20-16,0 0 14 0,0 0 40 0,0 0 11 15,0 0-2-15</inkml:trace>
  <inkml:trace contextRef="#ctx0" brushRef="#br1" timeOffset="8778.42">11371 12092 280 0,'0'0'246'0,"0"-6"-22"16,0-1-31-16,0 2-20 0,0 5-25 15,0-6-4-15,0 6-3 0,0-3 1 0,0 6-30 16,0 2-5-16,0 11-4 0,0-7-13 15,0 8-12-15,7 24-16 0,-5-13 6 0,1 5-13 16,2 3 0-16,-1 1-12 0,3 0 8 16,0-2-11-16,1 0-6 0,-1-3-5 0,1-3-2 15,-1-3-3-15,1-1-8 0,0-4 4 0,1-3 4 16,1-2-4-16,0-6-3 16,2-6 0-16,-6-4 2 0,11-7-4 0,-4-3 0 15,-2-4-1-15,-1-3-2 0,1-2 4 0,-3-5-11 16,1-4 2-16,-2-4 1 0,-2-2 0 15,0 0 0-15,-1 0 2 0,-2 2-9 0,1 2 2 16,-1 3 0-16,0 2 11 0,-1 1 2 0,1 5 6 16,-1 2 3-16,1 2-1 0,-1 3-3 15,-1 5-6-15,0 5-4 0,1 1 5 16,-1 1-4-16,0 8-3 0,3 3 2 0,-2 4 5 16,2 2-12-16,0 4 2 0,2-2 8 15,0 2-10-15,2 0-1 0,0-2-1 0,-1 0 9 16,2-1-12-16,1 0-3 0,1 0 11 0,-1-5-7 15,1-3 3-15,0-2-4 0,0-5 1 16,-10-3 11-16,11 0-13 0,11-15 0 16,-10 4 4-16,-2-4-4 0,0-2 0 0,-2 0 2 15,-1-1 4-15,-2-1 3 0,-2-3-10 16,-1-2 2-16,0-1 0 0,-2 13 3 0,0-5-2 16,0-1-4-16,-9-17 6 0,8 21 4 0,-5 2-7 15,3 1 1-15,-1 6-2 0,1 0 10 16,0 4-13-16,-1 3 2 0,1 0 1 15,-1 2 9-15,3 1-11 0,-5 8 2 0,3-2-1 16,-1 3-1-16,3-1 2 0,1 3-2 0,0-10 2 16,0 5 6-16,8 15-10 0,-4-11-1 15,1-2 1-15,3 3-7 0,-1-4-4 0,0 1 2 16,2-4 2-16,-1-1-6 0,-4-2 4 16,3-2-1-16,-4-3 4 0,-3-1-2 0,0 0 4 15,11-8-3-15,-6-1-3 0,-2-4 8 16,3-3-2-16,-3-3 2 0,0 0-1 0,-1-4-3 15,0 0 7-15,-2-3 2 0,2 2 6 16,-2 10-7-16,0-4 0 0,0-2 2 0,0-3-7 16,0-1 13-16,-9-19-1 0,6 24 12 15,1 3 10-15,0 3-6 0,0 5-6 0,2 0 4 16,-1 3-6-16,-1 1 1 0,2 1 2 16,-2 1-2-16,2 2-5 0,0 2 10 0,-1 0-11 15,1 0 0-15,0 0-1 0,-2 2-1 16,2 0 1-16,0 1-1 0,0-1 5 0,0 5-6 15,0 2 0-15,0 3-1 0,0 2 8 0,0 1-7 16,0 1-3-16,9 20 2 0,-4-17-2 16,0 3 0-16,0-4 0 15,0 3 0-15,-3-1 2 0,3-2-2 0,0 0 7 0,0 0-9 16,0 3 8-16,-1-2-9 0,-1 1 0 0,1-1 3 16,1-2 0-16,-2 0-2 0,1-2 10 15,1-2-10-15,-2-2 3 0,1-2-3 0,-1-1 11 16,-1-2-10-16,0-2 0 0,-2-2-1 15,0 0 2-15,2-1-2 0,-2-1 1 16,1 1 0-16,-1-1-1 0,2-1 10 0,-2-1-12 16,0 0 3-16,0 2 1 0,2-4-1 0,-1-1 9 15,0 0-11-15,2-7 2 0,1-3 7 16,-1-1-11-16,0-2 0 0,1 0 6 0,-1-3-1 16,4 0 2-16,-2 1-7 0,0 0 3 15,2 2 10-15,1-1-10 0,-2 3 0 16,-1 1 0-16,2 2 3 0,0 1-2 0,-2 3 0 15,0 3-2-15,1 2 11 0,-2 1-12 0,-4 1 2 16,4 0 2-16,12 7 5 0,-5 2-7 16,0 1-1-16,-2-2 3 0,1 3-5 0,0-1 5 15,1 0-2-15,2 0 2 0,-4-1 0 16,3-2 1-16,-1 1 3 0,2-3-5 16,-1-3 5-16,-12-2 3 0,12 0-7 0,9-8 5 15,-10 1-4-15,-2-3 10 0,0-2-6 0,0 1-3 16,-2-4 0-16,0-1-1 0,-1-1-1 15,-5-3 6-15,2 0-4 0,-3 10 8 16,0-6-13-16,0-3 1 0,-10-17 3 0,6 18-1 16,-2 5 9-16,0 0-6 0,5 7 5 0,-3-1-4 15,1 3 5-15,-1 2-9 0,4 2-2 16,0 0 6-16,0 0 3 0,-12 17-9 0,11-3 4 16,0 3-4-16,-2 1 10 0,3-9-12 15,0 7 0-15,0 3 3 0,8 20 0 16,-2-17 7-16,0-3-8 0,1-1-2 0,1-1 2 15,1-3 2-15,-1-3-4 0,2 1 5 0,0-4-3 16,0-5 3-16,-2-3 15 0,-8 0-13 16,20-6-2-16,-10-2 8 0,1-2-7 0,-3-1-2 15,4-3 5-15,-2-1 8 0,-5-2-11 16,4-1-2-16,-5-2 0 0,1 2 8 16,1-1-8-16,-3-2 11 0,1 5-14 0,-2 0 5 15,0 4-4-15,1 3-1 0,-1 2 8 0,-1 2-7 16,0 1 4-16,-1 4 19 0,0 0 6 15,0 0-21-15,9 7 1 0,-3 6 2 0,1 1 1 16,-2 0 3-16,-1 3 0 0,1-1-2 16,-1-1 8-16,0 0-8 0,2 1 2 0,-2-3-2 15,3-2 17-15,-3-2-26 0,3 1 6 16,-2-4 3-16,0-3 14 0,-1-2 8 0,1-1-27 16,-5 0 3-16,14-10 11 0,-4-3-10 15,-2-3-8-15,3 1-3 0,-2-2 7 0,-1-1 15 16,1 1-23-16,-2-2 7 0,0 0-3 15,1 1 10-15,-1 4-16 0,-1 2 2 0,-2 6-2 16,3-4 3-16,-3 7 1 0,-1 2 10 16,-3 1-10-16,0 0 1 0,12 14 1 0,-7-3 16 15,-1 3-22-15,2 0 4 0,-2 1-1 16,3 3-4-16,-2-3-19 0,0 0-39 0,-2-4-52 16,3 2-61-16,1-2 19 0,0-4-241 15,-2-1 10-15,2-4 14 0,-7-2 58 0,6 0 22 16,4 0 22-16,10-12 17 0,-8 4 5 15,2 2 25-15</inkml:trace>
  <inkml:trace contextRef="#ctx0" brushRef="#br1" timeOffset="10499.78">13981 11725 431 0,'-17'7'361'0,"1"2"-68"15,4-1-31-15,3 0-17 0,4 0-39 0,5-5-25 16,0-3-21-16,0 0-6 0,12 10-23 16,4-9-27-16,-6 1-42 0,-2-2-40 15,3 0-51-15,1 0-56 0,2 0 7 0,2 0-107 16,12-10-97-16,-16 4-50 0,3 0 40 15,0-2 21-15,1-1 26 0,1 2 0 0,2 0-36 16</inkml:trace>
  <inkml:trace contextRef="#ctx0" brushRef="#br1" timeOffset="11357.59">14700 11980 507 0,'11'-6'267'0,"-7"5"-34"16,-1 0-26-16,9-5-11 0,-4-2-19 0,2-5-4 15,-2 0-14-15,1 2-6 0,1-6-23 16,-3-2-12-16,0 1-13 0,0-1 5 16,-2-2-26-16,-2-2-9 0,0 1-3 0,-2-5-1 15,-1 16-4-15,0-7-2 0,0-1 36 16,-12-19-16-16,9 19-2 0,-1 5-2 0,0 4-9 15,-1 6 2-15,2 2-28 0,-2 3 4 0,3 3-5 16,-2 8-5-16,0 6-3 0,3 1 6 16,-2 4-21-16,3-12 16 0,0 6-12 0,0 3-5 15,10 21 8-15,-6-22-12 0,4 0 2 16,-1-1-8-16,0-3 9 0,6 1-13 16,-3-3 3-16,3-5 0 0,-1-4 25 0,2-3-4 15,-8-1-27-15,12-10 7 0,-5 1 2 0,-2-3-7 16,1-2 24-16,-3-5-26 0,-1-2 3 15,-1-1 19-15,-2-2-37 0,-2-2 18 16,0-2-5-16,-3-1 3 0,1 2 5 0,-1 14-10 16,0-4 0-16,0-4-7 0,0 0 17 0,0 2 0 15,-10-14 0-15,10 23-4 0,0 10-4 16,0 0 4-16,3-5 1 0,-1 10 2 0,2 4-11 16,1 4 7-16,3 1 5 0,-1 3-6 15,1 1-2-15,-1 0 0 0,0 1 24 0,0-1-32 16,0 1 17-16,-1-1 2 0,-1 3 1 15,0-1-4-15,-2 1 20 0,-1-4-1 0,1 0-12 16,-3-10 10-16,0 4 0 0,0-1 0 16,0-2-6-16,0-3 15 0,-8 7-22 0,5-12 15 15,0-2-10-15,2-2-1 0,-5-9-3 16,0-6-12-16,2-1 0 0,-1 0 5 0,2 3 4 16,-2 3-9-16,0 2 4 0,5 4 0 15,-2 1-6-15,2 4-10 0,0 3 18 0,2 2-5 16,2 8 0-16,-1 3-3 0,0 6-3 15,0-1 5-15,1 5-10 0,0-2 20 0,2-1-10 16,-2 0-4-16,1 2 11 0,1-3-13 16,-2 1 0-16,2 1-9 0,1-2 3 0,0-2-88 15,-1-5-28-15,-1-3-26 0,1-4-37 0,0-3 16 16,-6-2-155-16,0 0-100 0,8-9 15 16,-8 3 33-16,-4-14 43 0,0 1 17 15,-3-6 10-15,-2-4 34 0,-5-4 29 0,-1-4 2 16,-2-3-7-16</inkml:trace>
  <inkml:trace contextRef="#ctx0" brushRef="#br1" timeOffset="11520.07">14744 11339 489 0,'-13'-14'281'0,"2"1"-58"0,5 0-23 0,2 7-30 16,2 1-17-16,2 5-9 0,0 0-28 16,9 0-30-16,1 4-57 0,2 3-52 0,4 1 0 15,-1 4-261-15,0-1-14 0,3 6 38 16,2-1 13-16,2 4 14 0,-2 0-15 0</inkml:trace>
  <inkml:trace contextRef="#ctx0" brushRef="#br1" timeOffset="12424.32">15319 11674 416 0,'0'0'294'0,"5"0"-36"0,9-11-29 16,-7 3-34-16,1 0-17 0,-3-4-27 0,2 0-14 15,-1-2-17-15,-2-2-21 0,2-2-4 16,-5 2-8-16,2 0-9 0,0-1-5 0,-3 1-15 16,1 1-1-16,-1 1-6 0,0 4 8 0,0 10 7 15,0-7-10-15,0 0-3 16,0 3-9-16,0 4-4 0,0 0-4 0,0-4-4 16,-1 1-3-16,1 4 5 0,0 2-15 0,3 11 2 15,-1 1-2-15,3 3-4 0,-1 2 7 16,2-2-9-16,-1 1 8 0,2-1-14 15,0 1 1-15,2 0 0 0,-2-3-1 0,3 3 0 16,-2-1 1-16,2-3-4 0,0 0-3 16,-2-1 0-16,2-2 1 0,0-4 0 0,0-1-3 15,-3-3 5-15,-1-4-3 0,-6 0 3 0,5 0 5 16,9-11-8-16,-7 2 1 0,-2-6 1 16,-1-2 7-16,-1-3-12 0,-1-2-2 15,0-2 1-15,-2-4-17 0,0 16 6 0,0-4 2 16,0-3-2-16,0 0-1 0,0 3 5 0,0 3 6 15,0 3-5-15,0 3 2 0,0 7 1 16,-3-7 8-16,3 12-9 0,1-1 1 16,1 8-2-16,2 3 7 0,-1-2 3 0,0 3-3 15,2 1-2-15,2 0 0 0,2-1 0 0,-2 0 0 16,3 0 2-16,1-4-4 0,-1-2 11 16,0 0-10-16,2-3 2 0,0-3 2 0,-2-3-4 15,-4-1 4-15,2 0-1 0,13-14 1 16,-11 5 6-16,0-4-8 0,-2-2 1 15,2-2 0-15,-3-1 4 0,-2-1 2 0,0 0-7 16,0-3 3-16,-1 4-4 0,1 3 6 16,-3 0-5-16,-2 6 5 0,1 3 6 0,1 4 4 15,-2 2 4-15,0 0 2 0,2 12 7 0,-3 4-2 16,1-5 9-16,0 6 20 0,0 5 12 16,0 6-3-16,0 5 1 0,0 4-16 15,0 4 33-15,11 46-18 0,-7-41-19 0,-3 0-4 16,4-1-11-16,-1-2 3 0,-1 3-1 15,3-6 13-15,-1 2-4 0,1-9 25 0,-2-4-5 16,1-2-28-16,-3-3-3 0,1-3 51 0,1-3 4 16,-1-11-20-16,-2-4-7 0,-1-3-8 15,2-19 0-15,-2-2-18 0,0 7 18 16,0-7-18-16,-12-39 2 0,6 12-7 0,-3-5-9 16,1-10 3-16,-4-4-25 0,-1-4 1 0,0-4-1 15,1 5-8-15,3 9 12 0,0 5 1 16,1 8-29-16,4 6-26 0,0 8 8 15,3 4 7-15,1 19 4 0,0-5 3 0,10-11-3 16,-3 22 10-16,0 6 12 0,7 6-6 16,-4 4 3-16,1 3 1 0,-1 2 28 0,-3 1-36 15,0 3 19-15,-2-1-3 0,-2 4 1 0,-1 0 6 16,-2-10-5-16,0 7 0 0,-8 28 0 16,1-22 7-16,1 0-12 0,-2-2-16 15,-1-3-33-15,-1-3-29 0,0-4-30 0,-2-2-42 16,0-3 14-16,-2-8-274 0,7-1 6 15,-10-8 40-15,8 1 31 0,2-2 31 0,4 2 11 16,4 2 20-16,-1 5 33 0,0-6 7 0,0 0-5 16</inkml:trace>
  <inkml:trace contextRef="#ctx0" brushRef="#br1" timeOffset="14225.51">16068 11572 517 0,'12'-6'318'0,"0"-2"-31"0,-3-2-26 15,2 2-15-15,-5-3-38 0,-1-2-10 16,-1-2-20-16,-2 0-7 0,-1-3-18 16,-1 10-32-16,0-6-11 0,0-1-3 0,-11-15-24 15,7 16-4-15,-1 1-8 0,0 2-8 0,-6 3-7 16,1 2 11-16,3 5-27 0,7 1 1 16,-10 0-4-16,-9 12-1 0,8-1-3 0,0 4-2 15,2 0-1-15,0 4 0 0,4-1 21 16,1 3-31-16,3 1 1 0,-1 0 0 15,2-11 1-15,0 4-9 0,11 20 1 0,-5-21-2 16,3-1 25-16,1-2-34 0,1-3 6 16,2-2 3-16,-1-6-6 0,-5 0 14 0,14-7-10 15,-7-3-4-15,0-3 22 0,-2 1-33 0,-1-5 9 16,1 0-1-16,-3-2 11 0,-2-5 8 16,-2-1-24-16,-2-8 12 0,-3-2-17 0,0 17 4 15,0-12 2-15,-9-35-2 0,3 26-1 16,1 5 19-16,-2 1-19 0,2 4 1 0,0 4 0 15,0 5-8-15,0 4 11 0,-1 5 10 16,1 10-10-16,5 1 0 0,-10 12 1 0,5 6 20 16,3 1-32-16,1 7 9 0,0-2 2 15,0 4 6-15,1-16-8 0,0 10 1 16,12 28 14-16,-5-22-32 0,4-3-14 0,0-1-1 16,3-2-14-16,0-3-13 0,4-3 2 0,-2-1-15 15,3-5-23-15,1-2-13 0,3-4 13 16,0-3-14-16,-12-1-20 0,20-7 19 15,-13 0-6-15,-1-4 19 0,-3 1-4 0,0-2 39 16,-2-2 11-16,-4-1 11 0,0-4 21 0,-1-2 41 16,-3 4 17-16,-2 0 20 0,0 3 12 15,-1 3-2-15,-1 11 12 0,0-8-19 0,0 3-5 16,0 5 0-16,-9-8 3 0,7 10-9 0,-4 7 4 16,0 4 8-16,1 0-10 0,-1 3 8 15,1 1-1-15,1 0 18 0,0 2-35 0,0-1 4 16,2-1-5-16,0 0 7 0,2 0-18 15,0-9-2-15,0 4 6 0,0-1-19 16,7 12 6-16,-3-15 0 0,-3-4 7 0,1 1-18 16,2-4 5-16,-1 0-3 0,0-2 16 0,0-2-28 15,5-4 9-15,-1-5 4 16,0 0-11-16,-1-2 2 0,-1-2 28 0,1 1-31 0,-3-1 21 16,1 1-34-16,1 3 12 0,-3 0-1 15,1 4 5-15,0 2-4 0,-1 3-4 16,0 0 26-16,-2 3-35 0,0 0 13 0,0 0-1 15,5 9 12-15,-1 4-14 0,-1 0 4 0,0 0 11 16,0 0 9-16,2 1-23 16,3 1 1-16,0-2 17 0,1-1 10 0,1-2-5 15,1-1 16-15,1-4 4 0,2 0-4 0,1-4 6 16,-8-1-5-16,6 0-18 0,17-16 6 16,-14 7-8-16,-3-5 5 0,-2 0-1 0,-1-3-2 15,-1-2-3-15,-2-6-6 0,-2-3-12 0,-2-6 18 16,-2-5-2-16,-1-6 0 0,0 19-7 15,-8-47 0-15,3 25 42 0,0 8 14 16,-2 5 3-16,2 5-8 0,0 4 1 0,1 6-9 16,0 7 0-16,1 9-2 0,3 4-6 15,-4 15 1-15,2 4-4 0,2-8-11 0,0 8 6 16,0 4 18-16,0 4-15 0,10 34 7 16,-7-28 2-16,1 1-2 0,0-3-9 0,1 0 5 15,-1-1 4-15,2-3-15 0,1 0 9 16,-2-3-10-16,-2-3-3 0,3-3-8 0,-3-1 6 15,-1-1 6-15,1-8-12 0,-2 0 2 0,0-6 5 16,-3-3-8-16,1-5 5 0,-5-5-10 16,-1-5-3-16,-2-1-11 0,0-4-19 15,-4-3 1-15,1 0-5 0,-1 1-6 0,-2 1-7 16,2 2 14-16,-2 5-4 0,0 1-1 16,0 6 1-16,-1 1 0 0,3 4-1 0,8 3 14 15,-3 0 0-15,-8 16-1 0,11-6-4 0,2 4 17 16,0 0-25-16,3-7 21 15,0 6 2-15,15 14-6 0,-7-13 12 0,4-2-7 16,2-1-1-16,3-2-3 0,-1-3 1 0,5-3 15 16,1-1-3-16,-11-2-4 0,6 0 0 15,24-11-2-15,-18 5-2 0,-1-6 15 0,-1 2-7 16,0-3 1-16,-4-2-8 0,0-2 13 16,-2 0-6-16,-2 0 0 0,-4-1-1 0,-1 0 5 15,1 5 0-15,-2 0-3 0,0 3 10 16,-6 7-7-16,2 3-4 0,-3 0-3 0,0 0 9 15,3 18 1-15,-2-4-10 0,-1 2 1 0,2 2 11 16,0-1-11-16,4-2 8 0,0 0-6 16,1-2-2-16,1 1 16 0,1-2-4 15,-1-4-6-15,2-1 1 0,0-1 10 0,1-5-6 16,-4-1 0-16,4 0-5 0,16-14-4 16,-13 4 11-16,0-3-6 0,-1 0-3 0,1-4 3 15,0-1 3-15,0-1-9 0,0 0-6 16,-1 3 7-16,0 1 4 0,-2 0-4 0,2 1-10 15,-1 4 1-15,-2 2 17 0,3 2-13 16,-5 3 4-16,-8 3 2 0,7 0 9 0,12 9-1 16,-12-2-2-16,1 3 11 0,1 1-5 15,-2-1 15-15,0 0 0 0,-2 1-3 0,1-1 3 16,-2-2 5-16,-1-2 8 0,0-2-2 16,-2 1-4-16,1-1-2 0,-1-1 3 0,2-2 14 15,-3 1-18-15,1 0 5 0,-1-2 5 16,0 0-16-16,-1-2-5 0,0 0-5 0,-5-8-10 15,0-2-13-15,-2 3 0 0,-1-2 5 16,0 1-13-16,1 4 3 0,-1 0-3 0,0 2-2 16,1 4-2-16,8 0 4 0,-21 8 1 15,11 1-5-15,-4 3 10 0,2 1 0 0,1 4 0 16,1 2 3-16,0-1 0 0,0-1-1 16,5 1-2-16,-2 1 2 0,1-3 6 0,2 0-6 15,0-3-3-15,4-3 5 0,0-10 2 0,0 7-1 16,11 1-3-16,-7-8 4 0,7-5 7 15,2 0-10-15,0-3 2 0,-2-1 0 0,3-7 1 16,-4 2-1-16,1-4 4 0,-2-6-1 16,-2-6-3-16,0-2-7 0,-3-8 2 0,0-2 1 15,-4-4-6-15,0-3-2 0,0 25 12 16,0-11-1-16,0-5 4 0,-12-42-3 0,9 48-2 16,0 4-1-16,-1 4 4 0,1 6-7 15,-1 6 7-15,1 8-2 0,0 7-1 0,2 7 1 16,-2 8-2-16,-1 5-4 0,1 6 6 0,1 2 0 15,0 6 3-15,2 3-8 16,0-20 8-16,0 9-4 0,0 6-28 0,0 1-35 0,14 30-30 16,-3-32 9-16,0-4-128 0,2-4-52 15,2-1 24-15,4-4-273 16,0-4 28-16,0-3 33 0,-1-5 63 0,3-1 22 0,3-3 20 16,-11-3 27-16,4 0 48 0,22-9 0 15</inkml:trace>
  <inkml:trace contextRef="#ctx0" brushRef="#br1" timeOffset="14891.27">17581 11198 333 0,'0'-1'458'0,"0"1"-39"16,0 0-65-16,0 0-1 0,0 1-40 0,-2-2-40 15,2 1-23-15,0-1-33 0,0 1-21 16,0-1-20-16,2 1-21 0,-2 0 18 0,1 0-1 16,-1 0-16-16,0 0-16 0,0 0-10 15,0-9-14-15,16-9-13 0,-11 7-10 0,-1-2-2 16,1-1-14-16,-3-2-8 0,1 0-8 0,0 0-1 15,-2 0-16-15,-1 2 1 16,2 2 2-16,-2 12-8 0,0-7-12 0,0 0 6 0,0 1-12 16,0 6-1-16,0-5-6 0,0 5 9 15,0-3 1-15,-2 7-6 0,1 11-11 16,1-7 5-16,0 5 7 0,0 4-15 0,0 1 8 16,0 0 5-16,0 2-8 0,0 1 2 0,7 18-7 15,-3-21 9-15,3-2-9 0,0-4 0 16,-1-2 5-16,-2 0-5 0,3-1-6 0,0-5 1 15,-1-2 8-15,-6-2 6 0,9 0-10 16,10-11 0-16,-9-1 5 0,1-3-14 16,2 0 12-16,-3-2 0 0,-3-2-3 0,3-2-6 15,-2-4 5-15,-1 0 2 0,0 1-3 0,0 0-7 16,-1 5 5-16,1-2 3 0,-3 4-1 16,1 4 1-16,0 2-9 0,-2 5 4 0,0 4 15 15,-3 2-3-15,0 0 5 0,8 8-2 16,-6-3 3-16,1 7-9 0,2 4 13 15,-1 0 4-15,2 2 4 0,0-1-2 0,1-2 3 16,-3 0 6-16,2-3 1 0,-1 2-1 16,-1-4-1-16,2-3 14 0,-2-2 0 0,2-1-10 15,0-3 5-15,-1-1-13 0,-5 0 0 16,9 0-3-16,10-16-3 0,-7 3 2 0,0-1-9 16,0 0-2-16,-3-2 0 0,0-2 6 0,-1-2-4 15,2 2-12-15,-3 0 1 0,2 2 0 16,-4 2-1-16,2 2 9 0,-2 2-13 15,0 8 2-15,-2 2 1 0,-3 0 6 0,0 0-9 16,11 21 3-16,-4-4-2 0,-2-1 13 16,-2 3-14-16,1-2 1 0,1 0 11 0,0-1-8 15,0 1-4-15,1-2 11 0,2-3-11 0,1 0 9 16,2-3-20-16,0-2-33 0,3-4-17 16,-2-3-37-16,-4 0-49 0,3 0 13 15,11-16-144-15,-13 5-42 0,1 0 28 0,-5-2-178 16,-3-6-29-16,-2 7 42 0,0-5 42 15,-8-28 28-15,1 15 16 0,-4-2 48 0,-2-3 19 16,-3 0 17-16</inkml:trace>
  <inkml:trace contextRef="#ctx0" brushRef="#br1" timeOffset="15140.92">17717 10557 584 0,'-22'0'345'0,"12"0"-59"0,-6 0-18 16,-10 11-24-16,13-6-12 0,3-2-40 0,3 3-15 15,6-2-6-15,-1 1 10 0,2-2-31 16,0-3-11-16,7 3-15 0,-3-3-8 16,2 0-13-16,5-4-5 0,2 0-6 0,-3-3 6 15,-2 1-41-15,2-2 4 0,-4 0-1 16,-6-1-9-16,0 1-18 0,0 2 0 0,-11-9 4 16,-1 7-14-16,1-1-10 0,-3 3-12 0,-3 2-57 15,-4 4-25-15,10 0-41 0,-8 0-56 16,-26 11 17-16,14 0-259 0,-4 1 32 15,-3 4 33-15,-6 1 26 0,-4 4 10 0,0 3 60 16,-7 2 6-16,-5 5 17 0,-6 6 13 0,-6 4 11 16</inkml:trace>
  <inkml:trace contextRef="#ctx0" brushRef="#br1" timeOffset="16049.6">11771 13255 376 0,'0'-3'185'0,"-2"-1"5"0,2 0-17 0,-3-10-4 15,1 1-26-15,2 0-1 0,-2-4 2 0,-1 3 1 16,3-3-11-16,-2 2-8 0,1-2-12 16,-3 1-8-16,0 0-10 0,1-1-8 0,-2 0-13 15,-2 2 0-15,0-1-12 0,0 2 0 16,0-2 6-16,-1 1-3 0,1 2-4 0,-2 3 7 15,1 0 6-15,1 2-3 0,0 3-25 16,2 4 12-16,-1 1-24 0,6 0 12 0,-12 11-26 16,5 0 4-16,2 5 2 0,-1 2-5 15,2 2-6-15,0 1 16 0,1 1-19 0,2 1 15 16,1-11-9-16,0 5-11 0,0 2 0 16,0 1 7-16,11 15-11 0,-7-19-2 0,0-4-2 15,0-2 21-15,2-5-18 16,-2-3 1-16,0-2-1 0,-4 0 3 0,11-8 16 0,-5-2-24 15,1 0 5-15,0-4-2 0,-1 0 17 16,-1-1-19-16,0-1 3 0,-2 0 21 0,1 2-30 16,-2 2 5-16,1 4 0 0,-3 0 17 15,2 3-19-15,-1 0-2 0,2 4 3 0,-3 1-2 16,0 0 21-16,9 14-8 0,-2 0-10 16,0 5 1-16,0-2 0 0,2 1 8 0,1 2-14 15,-1-2 6-15,3 0-2 0,1-2 1 16,0-2-6-16,-1-2-4 0,3-1-16 0,2 0-12 15,-1-6-17-15,0-2-30 0,-8-3-27 16,2 0-22-16,16-8 12 0,-15 0-174 0,0-1-71 16,2-3-10-16,-5 0 55 0,1-1 35 15,-1 2 1-15,-1-1 34 0,2 1 13 0,-2 2 2 16</inkml:trace>
  <inkml:trace contextRef="#ctx0" brushRef="#br1" timeOffset="16839.14">12107 13175 247 0,'3'2'196'0,"-2"1"-40"0,2-1-23 0,-2 0-12 16,1-1 9-16,0 0 19 0,0-1 2 15,-2 0-9-15,0 0-10 0,0 0-7 0,8-15-9 16,-3-1 1-16,-3-2-14 0,3-3-16 16,-3 0-12-16,0-1-10 0,1-1-7 0,-3 11-4 15,0-7 1-15,0-2-12 0,0-4-3 16,7-20-6-16,-4 27-2 0,-3 4-10 0,0 2 2 15,1 4 5-15,0 3-9 0,1 1 4 16,-2 3-4-16,3 1-3 0,-2 1-2 0,0 2 3 16,1 1-11-16,3 8 9 0,0-1-4 15,-1 0-2-15,-1 1-5 0,0-4 6 0,1-2-1 16,-1 1 0-16,-2-4-11 0,0 0 7 16,1-1 0-16,-1 1 2 0,-1-1 5 15,2-1 2-15,-2-1-7 0,0 0 0 0,0 0-7 16,0 0-1-16,1-8 6 0,-2 5 2 15,-2-8-4-15,1 1 1 0,-2 0 1 0,-1 1-4 16,2 2-2-16,0 3 6 0,1 0 0 16,2 1-8-16,-2 1 11 0,0 1-8 0,1 3 0 15,-1 0 2-15,2 2-5 0,-2 9-4 0,2 3 7 16,0-8-4-16,0 5 4 0,0 3 2 16,11 19 0-16,-5-16 0 0,1 1-3 0,-3-3-5 15,4 1 7-15,-2-3-1 0,1 3-4 16,0-4 3-16,-4-3 4 0,2 0-3 0,0-3-6 15,-2-3 8-15,-1 0-1 0,3 0 3 16,-4-2 11-16,0-1-5 0,1-2-4 0,-2 0 4 16,0 0-2-16,0 0 2 0,0 0-5 15,7-11-2-15,-2 0 6 0,-3-1-5 0,1-2-1 16,-3 3-2-16,0 4-1 0,0-3 5 0,0-2-3 16,0-2 1-16,0 0-2 15,-12-13 1-15,11 16-2 0,-3 3 3 0,2 1-4 16,1 0 11-16,0 2-3 0,-1 2-6 0,1-1-1 15,1 1 5-15,-2 0-3 0,2 2-3 16,-1-2 6-16,1 1-10 0,0 1 3 0,-1-1 0 16,1 1 3-16,0-1 0 0,0 1 0 15,-3-1-4-15,3 1 12 0,0 0-13 16,0 1 7-16,0-2-5 0,0 1 2 0,-2-1 4 16,2 2-7-16,0 0 0 0,0-1 9 0,0 1-8 15,0-1-1-15,0 0 0 0,0 0 0 16,0 0-2-16,-1 1 13 0,1-1-13 15,0 1 7-15,0 0-8 0,0 0-6 0,0 0-8 16,0 0-5-16,0 0-29 0,-2 0-46 0,2 2 8 16,-1 1-286-16,-3 0 33 15,1 7 7-15,-3 0 11 0,4-1 46 0,-4 0 25 0,2 2 12 16,1 1 14-16</inkml:trace>
  <inkml:trace contextRef="#ctx0" brushRef="#br1" timeOffset="18460.81">12191 13129 296 0,'-2'-16'257'16,"-1"-3"-21"-16,1 0-49 0,1-5-25 0,-1 1-4 16,2-2-23-16,0 13-18 0,0-6-11 0,0-3-7 15,0-1-12-15,0-1-2 0,0-1-9 16,0 1-5-16,0 4-8 0,0 1-12 0,0 3-10 15,0 3 2-15,9-6 10 0,-8 15-12 16,2 3 8-16,0 0-4 0,-2 3 2 16,6 8-14-16,1 0 0 0,-4 1-5 0,1 0 5 15,1 1-4-15,0-3-9 0,-2 1-8 0,2-1 0 16,-4-4 3-16,3 0-2 0,-5-2 14 16,1-1-1-16,0 0 8 0,-1-2 7 0,2-1-14 15,-2 0-6-15,0 0-2 0,0-5 1 16,-2 2 3-16,2-1-11 0,-4-7-3 0,-4-4 2 15,1 4 1-15,-2-2-3 0,1 0 7 16,1 2-7-16,1 2-8 0,-2 0 5 0,1 2 6 16,-1 4-10-16,4 1 2 0,4 2-1 15,-10 12-5-15,5 3 11 0,1 4-7 16,-1 2-2-16,4 3 0 0,-1 0 7 0,2 3-7 16,0-13-3-16,0 9 3 0,12 32 1 0,-5-21-6 15,5 1 4-15,0-5 8 0,0 2-7 16,4-3-2-16,-2-5 4 0,2-2 0 0,-1-3 2 15,1-4-1-15,-1-4 14 0,3-3-13 16,2-7 1-16,-11-1 2 0,17-15 9 16,-10 2-9-16,-2-3 7 0,-1 0 5 0,1-4-17 15,-4-2-2-15,-2 0 5 0,-1-2-1 0,0-3 2 16,-4 0-4-16,-2-1 0 16,2 2 1-16,-3 14 2 0,0-5 10 0,0-2 7 15,0 1 5-15,0 2-3 0,0 2-8 0,0 4 2 16,0 1 0-16,0 9-1 0,-4-3-4 15,4 6 17-15,0 3-29 0,4 8 12 0,-4-4-7 16,6 19 2-16,-1-8 0 0,1-1 13 16,3 1-16-16,-1 0-1 0,1-2 0 0,-1 0 1 15,2 0 18-15,1-1-25 0,-1-2 5 16,1-2 18-16,1-3-3 0,-3-1-18 0,1-2 17 16,2-4-13-16,-4-4 17 0,-8 0 0 15,14-8-17-15,-7 0 23 0,-1-4-28 0,-2-2 2 16,0-1-5-16,-4-3 8 0,0-1 17 0,0 8-14 15,-8-18-11-15,1 7 5 0,-3 0 5 16,-3-3-7-16,-1 2 6 0,0 1-13 16,1 3 7-16,-1 3-4 0,3 1-6 0,-2 1 13 15,-1 4-7-15,3 6 2 0,2 2 1 0,9 2 15 16,-17 9-18-16,9 0-5 0,4 3 23 16,0 4-20-16,1 1 1 0,1 1 6 15,2-8 0-15,0 4-4 0,10 21 0 0,-4-16 4 16,1-1-1-16,1-2-3 0,4 1 2 15,-2-1 1-15,2-1 19 0,2-3-26 0,-2-1 20 16,0-3-14-16,0-4 15 0,0 1-20 0,-2-5 4 16,-10 0 2-16,18-10 1 0,-8 0 3 15,0-4-10-15,-1 0 7 0,-1-3 15 16,-2-3-18-16,-1-1 23 0,0 2-32 0,-1-3 11 16,-3 0-1-16,-1 3 15 0,3 2-22 15,0 3 23-15,-2 0-21 0,-1 5 1 0,0 9-4 16,0-6-3-16,0 6 10 0,0 0 1 0,9-6 22 15,-6 7-30-15,4 8 8 0,1 2-3 16,2 2 0-16,-2-1 18 0,1 0-20 16,1 5-2-16,1-4 8 0,-3-2 15 0,2 3-20 15,0-2 5-15,0-1 0 0,1-2 1 0,2 1-3 16,-3-4 7-16,0-1-8 16,0-2 6-16,-3-2 9 0,-7-1 8 0,7 0-25 15,0 0 6-15,11-13-2 0,-8 4 14 0,-2-3-18 16,-1-1 5-16,2-5 2 0,-3 1 20 15,-2-1-31-15,1-1 6 0,1 4 3 16,-3-1 1-16,1 3-2 0,-3 3 2 0,1 4-2 16,-2 0 9-16,3 3-13 0,-2-1 14 0,0 2-13 15,1 2 18-15,-2 0-28 0,0 0 14 16,0 0-2-16,5 9 17 0,-3-5-22 0,2 10 2 16,3 1 7-16,2 0 4 0,-2 1-14 15,2 1 6-15,-1-3-1 0,-3 0 9 0,4-2-11 16,-1 0 3-16,-1-2 23 0,2-2-13 15,-4-4-15-15,2 0 8 0,0-4 2 16,-7 0-5-16,6 0 2 0,9-12 2 0,-6 3-8 16,-1-4 29-16,0-2-30 0,-2-2 7 0,0-2 2 15,-2 0 9-15,2 0-15 0,-3 3 4 16,-2 2 19-16,1 2-24 0,-1 5 6 0,0 0 11 16,1 3-13-16,-2 2-3 0,0 2 26 15,0 0-21-15,0 0 5 0,5 20 13 0,-2 2-8 16,3 1 13-16,-2 1-6 0,1 5 20 15,0 4-31-15,3 4 9 0,1 3 4 0,-2 0 2 16,1 1-17-16,2 1 7 0,-1-4-2 0,2-1-4 16,-3-2 3-16,1-5 2 0,0-1 2 15,-1-6 19-15,-1-2 3 0,-1-2-2 16,0-1 24-16,-2-3 14 0,-2-7 2 16,-1-6-13-16,-1-2-1 0,0-12-11 0,-4-4-20 15,4 5-5-15,-8-27 12 0,-1 4 1 0,-1-4-6 16,1-7-10-16,-1-6 2 0,-4-5 7 15,2-1-9-15,0-4-1 0,2 7-9 16,1 6-1-16,4 3-4 0,-1 7-8 0,4 3 20 16,2 21-12-16,0-4 3 0,0-3-6 0,11-15 3 15,-4 24-2-15,5 6 2 0,-4 7-7 16,-4-1 8-16,10 15-15 0,-6-2 15 0,-2 6-3 16,-1 0 0-16,-1 2-15 0,-3 3 14 15,-1-1-5-15,0-11 6 0,0 8 6 16,-14 25-16-16,5-18-13 0,1-3 4 0,-2 0-35 15,3-3-13-15,-2-5-27 0,-3 0-15 0,-1-7-34 16,2-4-12-16,2-5-40 0,9 0 17 16,-12-11-119-16,5 2-58 0,2-1-40 0,5 1 11 15,0 9 24-15,0-10 51 0,10-10 12 16,-3 11 6-16</inkml:trace>
  <inkml:trace contextRef="#ctx0" brushRef="#br1" timeOffset="19821.8">13325 12910 272 0,'17'-9'201'0,"-2"1"-17"15,-1-1-3-15,0 1-8 0,-4-1-23 16,0 1 16-16,-1-2-23 0,-2 1 5 16,-2-1-13-16,-2-2-2 0,-1 4-11 0,-2 0-19 15,0 0-6-15,0 1 4 0,-8-13-10 16,4 12-10-16,-2 0-8 0,2 2-3 0,0 1-13 16,1 2 2-16,0 1-8 0,1 2-3 0,-2 1 0 15,3 3-11-15,-3 7-4 0,1 2-1 16,-1 1-6-16,2 4-1 0,2 0-6 15,0-10 9-15,0 6-13 0,9 20-1 0,-2-15 2 16,0 0 9-16,0 0-13 0,3-4-3 16,1-1 3-16,-1-2 5 0,0-1-12 15,1-3-1-15,0-3 7 0,-2-2 2 0,-2-3-4 0,-2 0 4 16,11-11-3-16,-6-1 7 0,1-1 13 16,-1-3-20-16,-2-1 21 0,-3-2-27 0,-2-1 3 15,-2-1 3-15,-1 8-2 0,0-4-4 16,-10-22 0-16,4 19 13 0,-2-1 2 0,-2 2-16 15,0 3 15-15,-1-2-3 0,0 5-2 16,1 3-6-16,0 3 4 0,1 4 2 0,1 1-11 16,8 2 29-16,-6 0-30 0,-9 18 3 15,9-5 12-15,2 1 4 0,0 3-23 0,4 2 22 16,0 0-19-16,0-9 2 0,0 6-4 16,13 19 2-16,-7-19 0 0,3 1 2 0,1-2 3 15,0-1 11-15,3-1-19 0,1-1 1 16,-2-4 14-16,1-1-18 0,0-3 3 15,-2-3 23-15,-1-1-13 0,-5 0-16 0,12-10 18 16,-4-1-15-16,-2-1 21 0,-1-4-18 16,-1-1 10-16,-1-1-17 0,-1-2 7 0,-2 0 0 15,-1-1 6-15,-1 0-8 0,-1-2 4 16,1 2 1-16,0 2-7 0,-3 5 25 0,3 2-22 16,-2 3 4-16,-1 0 10 0,0 4-14 15,0 1 0-15,2 3 3 0,-2 1 7 0,0 0-11 16,0 0 4-16,9 20 1 15,-4-6 0-15,1-2 10 0,-1 5-16 0,2 0 2 0,0-1 4 16,1 2 6-16,1-4-11 0,-2 2 2 0,3-3 3 16,-3 0 2-16,0-1-4 0,2 0-2 15,-1-3 8-15,-2-1 18 0,-1-2-23 0,-2-2 8 16,1-1 2-16,-1-2 10 0,-3-1-11 16,0 0 3-16,0 0 11 0,15-17-21 0,-9 4 24 15,0-4-22-15,0 0 4 0,-1-3 10 16,0 0-16-16,-1 1-2 0,1 1 3 0,-1 0 18 15,-1 4-31-15,1 1 13 0,-3 4-7 16,1 0 0-16,-2 4 1 0,0 1 6 0,3 1 21 16,-3 3-36-16,0 0 11 0,0 0 2 15,0 0-3-15,7 7-1 0,-1 3 3 0,-1 3 9 16,1 0-16-16,0 0 5 0,0 1 3 16,0-2 1-16,0 2-9 0,-1 0 6 0,1-2 3 15,1-3 2-15,-1 0 21 0,1 1-32 0,-2-4 8 16,0-3 6-16,-1-1-8 0,0 1 4 15,-1-3-2-15,-3 0 3 0,0 0-10 0,15-11 18 16,-7 1-10-16,-2-2-1 0,2-3 0 16,0-4-3-16,-1 0-2 15,0-2 3-15,-2 0 12 0,0 2-22 0,-1 2 15 0,1 4-7 16,-2 3 3-16,-1 2 19 0,-1 0-32 0,0 5 10 16,1 0-8-16,-1 0 6 0,0 3 1 15,-1 0 21-15,0 0-36 0,0 0 17 16,3 11 1-16,-2-6 23 0,3 7-32 0,-2 1 5 15,1 0 14-15,0-1-13 0,0 1 6 16,-1-3-13-16,1-4 11 0,-2 1-3 16,6 1 10-16,-4-2-13 0,1-1 0 0,0-3 5 0,-1 1 17 15,0-3-27-15,-3 0 7 0,0 0 15 16,19-13-17-16,-13 5 0 0,1-4 5 16,-1 2 12-16,1-3-21 0,-1 1 22 15,0-3-25-15,-2 0 10 0,-1 1 3 0,-1 6-6 16,1 1 2-16,-1 1-4 0,0 1 8 0,-1 2-18 15,1 2 8-15,-2 1 1 0,0 0 10 16,10 16-10-16,-4-2 2 0,-2 1 1 0,2 4 3 16,-1 1 10-16,4-2-16 0,-2 1 7 15,-1-2 17-15,2 1-4 0,0-4-19 0,1-1 6 16,-2-1 2-16,1-3-3 0,-3-3 25 16,0-5-21-16,-5-1-6 0,13-10-3 15,-6-3 8-15,1-3 12 0,-1-3-21 0,-2-2 10 16,-1-4-2-16,0-2 8 0,-3-5-13 0,-1 14 4 15,0-13 16-15,-12-46 7 0,1 31-26 16,1-1-2-16,0 5 5 0,1 4-5 0,0 4 5 16,1 4 1-16,3 6 1 0,-2 4 18 0,1 4-23 15,3 11 2-15,0 4 1 16,3 1-1-16,-2 11 2 0,2 6 0 0,0-8 0 16,0 8 22-16,10 23-33 0,-5-17 10 0,2 2 15 15,0 2-5-15,3 1-10 0,1 1 20 16,-1-2-9-16,2-3-15 0,1-2 3 15,0-2-1-15,0-3-5 0,-2-3-30 0,3-1-25 16,-4-5-37-16,1-2 8 0,-8-6-305 16,-3 0 7-16,0 0 29 0,-1-12 43 0,-8 2 24 15,-5-1 15-15,0 0 28 0,-3 0 1 0,-5-1 25 16,-2 1 12-16</inkml:trace>
  <inkml:trace contextRef="#ctx0" brushRef="#br1" timeOffset="20029.52">13912 12516 328 0,'3'0'312'0,"1"-1"-33"0,10-2-29 0,5-5-34 15,3 1-21-15,1 1-32 0,4-2-9 16,1 0-7-16,1 0-28 0,2 0-13 16,0 0-20-16,0 0-31 0,-2-1-34 0,3 2-70 15,-4 2 5-15,-1 4-292 0,-14 1 18 16,6 0 24-16,0 0 31 0,16 11 5 0,-22-5-6 15,2 2 47-15</inkml:trace>
  <inkml:trace contextRef="#ctx0" brushRef="#br1" timeOffset="20136.28">14527 12620 546 0,'4'19'357'16,"1"0"-39"-16,0 3-53 0,-3-2-15 0,0 4-28 15,-2-14-29-15,0 5-36 0,0 3-71 16,-9 20-77-16,7-17 0 0,-8-2-347 0,3-2 7 15,-2-1 36-15,-2-1 32 0,-3-3 18 16,1 1 12-16,-1-3 17 0,-3-2 12 0</inkml:trace>
  <inkml:trace contextRef="#ctx0" brushRef="#br1" timeOffset="22211.32">14889 12486 367 0,'14'29'214'0,"-10"-16"-3"0,2-1-39 16,-2 1-21-16,2-1 4 0,-5-3-17 0,2-3-3 15,-2 1-12-15,2-3 2 0,-1 1-8 0,-1-2 15 16,0-1 5-16,1-2-15 0,-2 0-3 16,0 0-21-16,0 0 1 0,5-16-25 15,-3 3-8-15,1-4-4 0,-2-1 0 0,-1-3-15 16,0 9-4-16,0-7 13 0,0-4-23 15,0-2-1-15,0-3-8 0,0 3 1 0,0-1-3 16,0 1 3-16,0 3-8 0,0 4-6 0,0 2 3 16,0 3-2-16,0 3 10 0,0 3-8 15,0 2 5-15,0 5-12 0,0-3 2 16,1 6 1-16,1 1 11 0,-2 0-18 0,4 10-1 16,-3-1 4-16,2 0-4 0,2-1 2 15,-4-3 15-15,0 0-19 0,1-2 2 0,-1-3 1 16,1 0 11-16,-2-2-13 0,1 1 2 0,-1-2-2 15,0-1 3-15,-1-1 1 0,1-1-8 16,-2-1 5-16,2-1 1 0,-1 0 5 16,-3-8-11-16,-1 1-2 0,2 1 6 0,1 2 8 15,-3 2-13-15,4 3 4 0,-2 0-3 16,0 2 6-16,2 1-7 0,1 3 3 0,-1 1 0 16,-4 8 0-16,4 5-4 0,1 2 3 15,0-10 2-15,0 6-5 0,0 4 17 0,7 20-16 16,-1-19 4-16,-1 1-2 0,2-1 2 15,0-1-5-15,3-1 4 0,-3 0-2 0,2-5 14 16,-1 0-15-16,1-2 9 0,0-3-7 16,0-7 1-16,-1 1 1 0,-8-2 4 0,20-10 7 15,-11 2-15-15,3-1 1 0,-3-4 14 16,1-2-15-16,-1-2-1 0,-1-1 1 0,-1-2-2 16,-3-1 1-16,-1-3 7 0,-1 1 0 15,3 0 8-15,-4 2-12 0,2 2 1 0,-3 3 1 16,0 10 8-16,0-3-11 0,0 2 12 15,0 2-15-15,3-1 1 0,-3 9 4 0,1 3 1 16,-1 8 5-16,0-6-11 0,3 21 7 16,3-11-5-16,-4 3 15 0,4 0-15 0,0 0 3 15,1-3 5-15,1 0-4 0,-1-1 2 16,3 1 16-16,0-5-23 0,0-1 20 0,-2-4-18 16,2-1 4-16,0-4 5 0,-2 0-3 0,-8-3 3 15,10 0-4-15,9-15 1 0,-11 4 3 16,-2-3 0-16,-1-1-4 0,-2-1 1 15,-3-3 1-15,0 10 7 0,0-7-14 0,-10-22 4 16,0 16-2-16,1-1 11 0,-3 1-15 0,0 2 1 16,-2 1 11-16,2 5-1 0,0 1-9 15,-3 4 1-15,1 2-6 0,3 6 2 0,11 1 2 16,-7 0-1-16,-8 14 3 0,8 2-4 16,4 2 5-16,-2 3 1 0,4 0 9 15,1-10-14-15,0 4 1 0,7 25 4 0,0-20 5 16,0-3-7-16,2-1 0 0,1-1 2 0,2-3 0 15,2-2-1-15,3-1 9 0,0-4-14 16,1-3 4-16,-8-2 2 0,3 0 1 0,19-12-7 16,-15 4 6-16,-1-3-3 0,-1-3 4 0,2-5 6 15,-3 0-8-15,0-2-1 0,-2-2 2 16,-4 1 11-16,1 3-13 0,-2 0 0 16,1 0 3-16,-2 3 12 0,-1 1-10 0,0 4 3 15,-1 0 3-15,-1 7 9 0,1 1-18 16,-1 2 9-16,-3 1 2 0,0 0 13 0,5 11-18 15,0 0 2-15,0 4-7 0,1 1 18 0,-1 1 1 16,0 1-16-16,2 1 9 0,-2-2-16 16,2 1 24-16,-1-1-20 0,3-3 2 15,0-2-5-15,-2-1 2 0,0 0 2 0,0-3 1 16,1-1 4-16,-3-4-6 0,2-2 15 16,-7-1-10-16,6 0 6 0,7-14-10 0,-2 5 3 15,-1-4-1-15,-1-5 19 0,-1 1-8 0,-1-1-19 16,-2-2 2-16,2 0 14 0,-2 2-18 15,3-3 4-15,-2 4-2 0,-1 1 18 16,0 2-25-16,0 4 6 0,-1 2 2 16,-1 2 15-16,1 2-18 0,-1 2 7 0,-3 2 13 15,0 0-7-15,6 0 0 0,8 11-2 0,-5-4 10 16,-1 2-17-16,0 3 4 0,2 0 4 16,-1-1 17-16,-2 2-31 0,2-2 9 0,-1-1 1 15,1 1 11-15,0-1-14 0,0-1-2 16,-1-1 4-16,-1-3 18 0,3 0-27 0,-3-2 6 15,-7-3-7-15,7 0 17 0,3 0-9 0,11-15 5 16,-11 3 27-16,1-2-41 0,-1 1 9 16,-2-3 3-16,1 1 2 0,-1 3-9 0,1 1 4 15,-4 2 0-15,1 0 19 0,-2 4-12 16,0 1-11-16,-2 0 3 0,1 4-3 16,-3 0 6-16,0 0-3 0,0 0 2 0,13 19-13 15,-8-6 4-15,-2-2 9 0,4 5 12 0,-2-2-3 16,2 1-8-16,-2-3 21 0,2 0-32 15,0-1 10-15,-2-5 1 0,4 0 6 16,-3-2 8-16,0-4-7 0,-6 0 11 0,8 0 3 16,10-16-30-16,-8 1 5 0,0-3 4 15,-2 0 5-15,0-1-3 0,-2-2 18 0,-1 2-27 16,-2-4 8-16,-1 0-2 0,2 4-3 16,-4 2 1-16,2 4 27 0,-2 3 1 0,0 10 3 15,0 0 3-15,2-5-2 0,-2 10-2 16,2 12 9-16,-2-6-4 0,0 5-3 0,5 32 1 15,0-18 14-15,-1 4-4 0,5 4-16 16,-1 3 22-16,-1 1-12 0,0 3 0 0,1 1-9 16,3-2-8-16,-3-1 28 0,1-4 7 15,-1-2-5-15,0-2-5 0,-1-7-3 0,1-2-1 16,-2-5 0-16,0-2 1 0,1-2 19 16,-4-4-11-16,-1-11-4 0,-2-2-4 0,2-8-6 15,-2-7-3-15,0 6-6 0,0-9-1 0,-14-30-3 16,3 13-2-16,-1-8-6 0,-3-6-1 15,-1-6 2-15,-3-4-15 0,1-1 6 0,-1 1-10 16,3 3 0-16,2 4 17 0,2 5-11 16,3 7 3-16,2 4-6 0,3 5-4 0,4 4 7 15,0 16-15-15,0-5-4 0,18-15 14 16,-7 22-5-16,2 6 1 0,-6 3-7 0,4 0 16 16,16 17-5-16,-13-3-7 0,-3-2-7 0,1 4 26 15,-6 1-9-15,1 1-4 0,-3 3 1 16,-3 6 7-16,-1-16-5 0,-10 24-9 15,2-11 4-15,-4 0 12 0,-1-1-21 0,1-4-30 16,-1-2 6-16,-1-3-98 0,-2-2-45 0,2-4-63 16,1-5 26-16,2-1-250 0,11-2 7 15,-8 0 40-15,-6-13 42 0,12 6 21 16,8-3 23-16,2-4 54 0,7 1 2 16,0 1 12-16,1 2 17 0</inkml:trace>
  <inkml:trace contextRef="#ctx0" brushRef="#br1" timeOffset="24080.67">16465 12223 413 0,'7'-2'253'0,"-5"-1"-27"0,1 0-14 0,4-5-30 16,-2-3-16-16,1 0-12 0,0-2-5 0,-2 0-22 15,0-3-5-15,0 0-17 0,-2-1-7 16,0 2-11-16,-1-3-2 0,-1 9-16 15,0-3-8-15,0-2-7 0,-10-16 6 0,5 16-11 0,-1 0 3 16,2 4 13-16,0 5-17 0,0-1-3 16,-1 5-7-16,1 0 5 0,4 1-12 15,-12 8-3-15,4 0-1 0,2 5 8 0,0 0-20 16,2 4-3-16,-1 3 5 0,5 0-4 16,0 2 1-16,-1-1-3 0,1-10 0 0,0 4-1 15,0 2-3-15,10 17 7 0,-6-20 1 16,2 0-9-16,0-2 5 0,2-5-7 15,-1-2 3-15,-2-2 1 0,2-2-1 0,-7-1 0 16,0 0 5-16,16-10-12 0,-8 2 4 0,-1-1-1 16,0-1 11-16,0-2-15 0,-4-3 1 15,1 1 2-15,-2-3 3 0,-2-2-5 16,0 10 2-16,0-7-2 0,0 0 12 0,-9-19-17 16,8 20 3-16,-5 1 2 0,3 3 12 0,0 0-12 15,0 4-3-15,2 1 4 0,-2 3-3 16,2 1-1-16,-1 1 13 0,1 1-9 15,-1 1-2-15,2 2 1 0,-1-1 6 0,0 2-12 16,2 9 3-16,-1-5 3 0,0 2 12 16,0 1-13-16,0 2-2 0,10 13 4 0,-7-14 0 15,0 1-2-15,1-1 15 0,0 0-14 16,0-1 13-16,1 2-17 0,-1-5-2 0,0 0 4 16,-1-3 1-16,1-1 3 0,-1 0-2 15,0-1-1-15,1-3 5 0,-1 3 3 0,2-3-7 16,-5 0 1-16,0 0-3 0,9 0 2 15,12-10 12-15,-12 5-16 0,1-1 1 0,1-2 3 16,-4 0 0-16,1 0-5 0,1-1 16 16,-2 1-11-16,-3-2-1 0,3 2-4 15,0-1 4-15,-3 1 4 0,-2 1 1 0,1-3-6 16,1-2 2-16,-1 4 1 0,-2-3 8 0,-1 3 8 16,0 0-21-16,4-7 2 0,-3 2 0 15,0 1 3-15,0 4-5 0,-1 2 11 0,0-1-11 16,2 1 13-16,-1 3-16 0,0-1 3 15,-1 0 2-15,0 1 11 0,2 2-16 0,-1 1 4 16,-1-1-1-16,0 1 13 16,0 0-11-16,0 0-2 0,17 12 1 0,-10-2 1 0,4 1 1 15,-4 2-1-15,2 2 4 0,-1 0 3 16,1 3 0-16,-1-2 5 0,1 2-5 16,0 0 10-16,-2-3-15 0,2-2 7 0,-2 1-8 15,1-3 6-15,-1-1 6 0,-1-4 28 0,0-1-6 16,-3-3-2-16,2-1-4 0,-5-1 1 15,0 0 7-15,16-12-15 0,-11 3-2 0,1-3 10 16,1-2-23-16,0-1 5 0,-1-1 1 16,-2-5 12-16,0 2-13 0,2 0-11 0,-3-3 10 15,2 1 18-15,0 0-32 0,0 1 10 16,1 3-10-16,-3 0 10 0,1 4-7 0,-1 2 4 16,-1 4-9-16,4 3 12 0,-4 2 11 15,-2 2-5-15,0 0 15 0,5 0-23 0,6 16 3 16,-2-5-8-16,-5 2 2 0,3 1 3 15,-1-1 4-15,-3 3-2 0,4 2-2 16,-3 0 2-16,2 0-10 0,1 0 33 0,-2-2-27 16,2-1 2-16,0-1-5 0,-2-2 1 0,3 0 6 15,-2-2 2-15,1-3 22 0,1-3-30 16,-1-2 14-16,0-2-13 0,-1 0 0 0,11-9 1 16,-6 2 5-16,2-2-3 0,-3-2 18 15,2 0-25-15,-3-3 5 0,-1 0-2 0,1-5-6 16,-4 3 8-16,1-1 1 0,-2 2 22 15,0 0-33-15,-1 2 7 0,0 3 4 0,-3 2 4 16,1 2-17-16,1 0 17 0,-2 2-1 0,0 1-12 16,0 3 10-16,0-1 3 0,0 1-4 15,-2 1 1-15,2 2 23 0,0 0-34 16,-1 1 9-16,1 10 3 0,0-8 4 0,0 5-7 16,0 1-1-16,0 2 8 0,8 12 12 15,-2-14-31-15,0-2 12 0,1-1 1 0,0-1-1 16,0-4 1-16,0 0-11 0,0-2 16 0,0-2 22 15,-1 0-25-15,13-12 0 16,-7 5 4-16,-2-1 20 0,1-5-38 0,-3 1 11 16,-1-1 1-16,0-3-1 0,-1-2 1 0,-3-1 3 15,1-2-3-15,-3-3 2 0,-1 0 1 16,3 1-5-16,-3 3 0 0,0 12-6 16,0-4 11-16,0-1-15 0,0 3 5 0,0 0 7 15,0 4 1-15,0 0-8 0,3 2 7 16,-1 6 2-16,0 3 3 0,1 4 15 0,3 1-22 15,1 5 3-15,0-3 0 0,-1 3 23 16,-1 0-10-16,1 3-13 0,-1-3 3 0,2 2-2 16,1-1-7-16,-3-4 0 0,1 0 0 15,1 1 15-15,-2-4 2 0,-2-2 0 16,2-2-12-16,-1-1 0 0,0-1 22 0,-1-1-4 0,-3-2-1 16,0 0-2-16,20-10-5 0,-13 1-1 15,2-4 6-15,0-1 6 0,-3-2-2 0,2-2-3 16,-2-1-12-16,1-1 1 0,-2-1 2 15,1 0-6-15,-2 2-1 0,0-1 0 16,-1 4 11-16,1 1-2 0,-2 4-1 0,-1 1-1 16,2 5-1-16,-1 2-1 0,-1 3-1 0,-1 0-6 15,0 0 0-15,6 19-15 0,-4-4 1 16,3-1 6-16,-3 2 0 0,4 1 0 0,-2-1 10 16,1-1-1-16,0-1 0 0,-1-3 1 15,2-1-6-15,1-1 0 0,0-1 10 16,-3-3 4-16,1-3-5 0,-5-2 2 0,5 0 3 15,7-11-1-15,-3-2-1 0,3-1-1 0,-4-3-3 16,-1 0 8-16,-3-5-8 16,1-3-6-16,-4-3 1 0,0-1 0 0,-1 13 1 15,0-8 1-15,0-6 3 0,-11-30-4 0,7 31 3 16,0 2 5-16,-1 4 5 0,1 2-6 16,0 2 3-16,3 3-17 0,-4 12 8 0,4 2 7 15,1 2 4-15,-1 11-21 0,2 7 25 0,-1-7-8 16,0 5 2-16,0 6-4 0,10 34 0 15,-3-19-1-15,0 0 10 0,0 0-10 16,0-3-3-16,4 0 0 0,-1-4-54 0,0-3-9 16,4-3-19-16,-3-4-41 0,4-5-53 0,-3-2 17 15,-2-3-214-15,-1-3-74 0,-2-4 45 16,-7-3 21-16,2-4 33 0,-4 0 39 0,-5-5 6 16,-2 0 29-16,-8-3 13 0,3 0-5 0</inkml:trace>
  <inkml:trace contextRef="#ctx0" brushRef="#br1" timeOffset="24247.9">17530 11746 323 0,'-10'-2'328'0,"2"0"-50"16,3 1-25-16,5-1-23 0,0 2-37 0,0 0-18 15,23-9-23-15,-5 3-17 0,3-2-16 0,2-1-10 16,8-2-10-16,1 0-1 16,4-2-23-16,-3 1-10 0,3 0-28 0,-3-2-55 15,1 2-83-15,-3 1 9 0,-3 2-259 0,-1-1 18 16,-6 3 35-16,-4 0 27 0,-8 3 4 15,-4 3 51-15,-7 3 0 0,-1 1 3 16</inkml:trace>
  <inkml:trace contextRef="#ctx0" brushRef="#br1" timeOffset="25797.04">13920 13574 259 0,'-6'-14'325'0,"-3"2"-47"0,3 2-21 15,0 0-42-15,3 4-26 0,-1 1-21 0,2 2-16 16,-1 0-16-16,3 2-12 0,0 1-20 15,0 0-7-15,-3 9-9 0,6 7-1 0,-3-9-9 16,5 22-6-16,-1-11-7 0,1 4 3 16,1-3-17-16,-1 2 7 0,3-2-18 0,-2-1-2 15,2-2 16-15,0-1-14 0,0 0-14 16,1-4-6-16,0-3 3 0,-4-1 0 0,4-2-5 16,-2-4 0-1,-2-2-3-15,-5 1 8 0,9-8-13 0,-4-2-2 0,-1-2 5 0,-1-2 4 16,0-2-10-16,-1 0-1 0,-2-3 3 15,0-2 3-15,0 10-11 0,0-5 4 0,0-3 12 16,0-2-18-16,0 3 7 0,-9-17-7 16,7 23 3-16,0 1 4 0,1 4-9 0,0 1 4 15,0 3-2-15,1 3 1 0,3-1 5 16,-3 2-8-16,2 2 2 0,0 0 14 0,5 7-6 16,0 1-11-16,0 1 2 0,0 0 2 15,1 2 12-15,1-1-16 0,1 0 17 16,-1-2-18-16,1 0 3 0,-1-3 2 0,-1 0 7 15,-2-4-10-15,1 0-4 0,-1-4 7 0,-6 0 0 16,0 0 10-16,16-10-13 0,-8-1 11 16,-1 0 7-16,0-2-18 0,-1-2-1 0,-5 0 7 15,2-2-8-15,0 0 11 0,-2-1-12 16,-1 10 14-16,0-7-11 0,0 2-2 0,0-3 2 16,0 4 11-16,0 3-15 0,-9-7 2 15,8 11 1-15,1 1 7 0,0 4-9 0,0 0 1 16,0 3 7-16,1-1 4 0,1 2-10 0,1 9 0 15,4 1 19-15,-1 1-15 0,1-1 0 16,1 2-4-16,-3 0 5 0,2-1-2 16,1 1-1-16,-1-2 6 0,1 0-6 0,2-4-1 15,-1-2 3-15,-1 0 11 0,1-3-13 16,-2-2 8-16,-7-3-10 0,7 0 10 0,8-10-7 16,-6 2-2-16,-4-3 3 0,0 0 13 15,0-3-18-15,-1-1 4 0,-1-4 0 0,-3-2-2 16,2 1 2-16,-2 10-2 0,0-7 1 15,0 0 0-15,-10-16-2 0,8 19 11 0,-2 2-11 16,3 3 11-16,-1 4-12 16,2 5-1-16,0 0 4 0,2-3 6 0,-1 6-9 0,1 2 3 15,3 7 1-15,2 3 13 0,0-1-17 16,2 3 1-16,1 0 2 0,0-1 0 16,1 0 3-16,1-1-2 0,0 0 16 0,0-3-21 15,2 2 3-15,1-3 5 0,-1-3-2 0,1-3 12 16,3-2-15-16,-1-3 6 0,-10 0 13 15,17-15-1-15,-8 6-15 0,-5-4-3 0,0-1 1 16,-1-1 16-16,-1-4-21 0,-4 1 4 16,0-3 3-16,-1-2 5 0,-4-4-9 0,0 11 3 15,0-6 6-15,-14-34-11 0,7 24 1 16,-3 1 4-16,1 4 15 0,2 2-20 0,-1 4 16 16,2-1 2-16,-2 6 12 0,2 4-15 0,2 6-1 15,4 6 20-15,-3 7-7 0,6 4-20 16,0 5-3-16,2 2 8 0,0 5 17 15,3 5-16-15,1 0-7 0,2 2 1 0,1 1 4 16,1-2-5-16,1 0 2 0,0-1 3 16,0-6-2-16,-1-1 5 0,1-2-8 0,0-5 5 15,2-1 3-15,-2-5 20 0,0-3-4 16,-4-4-16-16,-3-1-2 0,13-16 1 0,-8 2 0 16,-3-2 22-16,-1-5-34 0,-1-2 8 15,-1-3 16-15,-3-4-8 0,0-3-12 0,-2-2 0 16,-1 16-1-16,-11-40 6 0,7 21-12 15,-4 2 2-15,3 3 6 0,1 6 15 0,-2 4-24 16,0 2 7-16,3 4-2 0,1 7 20 0,2 8-26 16,2 4 8-16,3 12 3 15,0 4-12-15,2 1 9 0,2 5 2 0,-2 4 16 16,3 1-24-16,1 6-2 0,2 0 9 0,-2-1 12 16,0 1-14-16,2-4 3 0,-2-3-5 15,3-2 3-15,-1-4-5 0,-2-4-4 0,2-4-15 16,-2-1-26-16,2-6-23 0,-5-5-24 15,-8-2-38-15,7 0 12 0,6-14-97 0,-16-2-153 16,3 6 5-16,-12-17 37 0,2 8 28 16,-4 0 20-16,-5-2 1 0,-3-3 53 0,-2 0-6 15,-6-1-2-15</inkml:trace>
  <inkml:trace contextRef="#ctx0" brushRef="#br1" timeOffset="25917.77">14455 13061 348 0,'-23'-1'230'16,"15"1"-38"-16,-4 0-33 0,3 0-25 15,-7 8 3-15,13-6-46 0,2 3 11 0,4-3-12 16,1 1-17-16,6 2-11 0,5 1-70 0,6-3 2 16,-1 0-214-16,0 2-50 0,2 2-8 15,2 0 9-15,0 0 36 0</inkml:trace>
  <inkml:trace contextRef="#ctx0" brushRef="#br1" timeOffset="26294.78">15112 13118 504 0,'7'-5'310'0,"0"1"-31"0,-2 1-53 15,-1 0-27-15,9-1-23 0,-3 4-8 16,-3 0-12-16,6 0-5 0,14 10-15 16,-12 0 5-16,1 0-27 0,0 4 6 0,0-2-28 0,-1 3-2 15,-2 3-4-15,0-2 1 0,-2 5-4 16,-1-5 6-16,-2 1 2 0,-1 1-2 15,1 0 0-15,-4-4 2 0,-3-2-2 0,-1-2-32 16,0-10-5-16,0 7 37 0,0-2-19 0,0-5-7 16,-8 4-8-16,1-11-5 0,-2-3-4 15,4-6-8-15,-2-2-7 0,2-3-3 16,1-1-29-16,3-1-45 0,-1-2 0 0,2 14-31 16,0-8-24-16,10-19-7 0,-4 17-26 15,2 3-21-15,1 2 15 0,-1 3-104 0,1 2-60 16,0 2-65-16,0 4 14 0,-1 1 20 15,1 2 25-15,-9 2 29 0,8 0-8 16</inkml:trace>
  <inkml:trace contextRef="#ctx0" brushRef="#br1" timeOffset="26558.26">15531 13102 437 0,'3'0'195'0,"0"1"-21"0,-1 0-8 0,2-1-13 15,-4 0-31-15,10-7-8 0,-3-1-25 16,1 0 17-16,-1-1-24 0,0-4-13 15,0 2-5-15,-2-2-1 0,-1 0-8 0,-2 0-7 16,-2 5-5-16,0-2 5 0,-9-15 13 16,3 12 1-16,2 2 1 0,-3 3-10 0,0 2 4 15,4 2-1-15,-3 3-8 0,6 1-14 16,0 0 10-16,-5 0 1 0,-2 18 0 0,4 0 6 16,-1-1-4-16,3 5 3 0,1 1-8 15,0-11-4-15,0 5 7 16,0 2-11-16,12 22-4 15,-9-22-3-15,2 2-5 0,4-4 0 0,-1 0-3 0,1-1-6 0,2-5-37 16,1-2-30-16,1-6-32 0,-1-1-42 0,-5-2 11 16,14-10-238-16,-6 1 7 0,-1-1 12 0,-2-3 56 15,2 1 17-15,-3-3 9 0,2 1 30 16,-1 0 0-16</inkml:trace>
  <inkml:trace contextRef="#ctx0" brushRef="#br1" timeOffset="26714.4">15798 13046 452 0,'-1'0'325'0,"1"0"-50"16,0 0-37-16,0 0-29 0,0 0-24 0,0 0-20 15,0 0-18-15,11 0-70 0,18-6-37 0,-12 0-18 16,3-4-60-16,-3 2 4 16,2 1-285-16,0-2 13 0,-1 3 27 0,1-3 30 15,-4 3 12-15,2-1-20 0,-1 3 50 0</inkml:trace>
  <inkml:trace contextRef="#ctx0" brushRef="#br1" timeOffset="27110.42">16056 12978 209 0,'-13'1'387'0,"13"-1"-85"15,0 0-47-15,0 0-32 16,-4-4-17-16,6 2-38 0,2 2-19 0,0-1-10 15,2 1 0-15,9 1 18 0,-5-1-7 16,5 0 21-16,24 9-20 0,-19-5 2 0,0 1-32 16,-1 2-14-16,-1 1 15 0,-4-1-43 0,1 2 18 15,-4 0-16-15,-4 0-15 0,0 1 1 16,-5-3 2-16,-1 1-5 0,-1-8-6 0,0 7 13 16,0-2 5-16,0-5-4 0,-10 11-8 15,7-11-20-15,0 0 13 0,0-4-11 0,-4-7-7 16,-1-5 4-16,4-5-5 0,2-4-107 15,2 12-32-15,0-6-17 0,0-4-9 0,10-24 1 16,-4 23-14-16,0 1-7 0,3 2-14 16,-1 3-20-16,0 0 10 0,2 6 16 0,3 0-96 15,-8 3-48-15,5 4-39 0,-3 4 3 16,-7 1 24-16</inkml:trace>
  <inkml:trace contextRef="#ctx0" brushRef="#br1" timeOffset="28563">16442 12885 360 0,'5'6'191'0,"1"2"-2"0,-3-3-12 0,2-4-6 16,0 1-21-16,-5-2-12 0,0 0-22 16,6 0-11-16,9-11-11 0,-9 5-12 0,0-2-6 15,-1-2-6-15,-2 1 8 0,-1 1 1 0,-2 0-11 16,0-2-21-16,0-4 12 0,-10-10-5 16,6 12 5-16,1 5-11 0,-1 0 1 0,0 2-2 15,0 3-3-15,1 0-1 0,1 2-3 16,-1 2 0-16,3-2-14 0,-5 8 0 15,1 6 1-15,1 1 3 0,2 1-9 0,1 1 0 16,0-8-5-16,0 5-7 0,7 16 6 16,0-15-2-16,-1-1 6 0,2 1-5 0,-3-3-8 15,2-4 2-15,0 2-5 0,2-4 6 0,-2-2 4 16,0-2-3-16,-1-2 6 0,-6 0-10 16,5 0-2-16,10-10 4 0,-7-1 0 15,0-1-1-15,-1 1-1 0,0-4 8 0,-1-2-2 16,0 0-11-16,0-1-1 0,0-1 5 0,-1 3-3 15,0-1 1-15,0 2-1 0,-3 3-1 16,1 5 0-16,-1 1-4 0,-1 1 15 0,2 3 7 16,-2 1 7-16,2 1 14 0,-3 0-19 15,0 0 3-15,4 8 8 0,1 1-9 16,0 1 9-16,-3-2 0 0,1 3 7 0,1 0-11 16,-1-1 10-16,0 0-11 0,0-4 23 0,-1-1-31 15,1 1 9-15,0-3-5 0,-2 0 6 16,3 0-19-16,-1-1 9 0,3-1 0 15,-6-1 17-15,8 0-30 0,15-9 22 0,-10 3-19 16,-1-2 9-16,2-3-10 0,-1 1-2 0,0-1 0 16,-1-4-11-16,-2 3 5 15,0-1 2-15,0 3 2 0,-2-1-9 0,1 1 4 16,-5 3-9-16,0 2 27 0,-1 1-37 0,0 1 17 16,0 2 3-16,-2 1-15 0,-1 0 11 15,0 0 2-15,0 0 20 0,17 14-24 0,-6-4 24 16,-1 0-13-16,3-1 13 0,-2 2-21 0,5-4 3 15,3 0 8-15,1-2-19 0,3-2 17 16,2-1 3-16,-12-2 8 0,6 0-14 0,25-10 7 16,-21 4-6-16,-1 0 21 0,-2-2-18 0,-3-1-8 15,-3-3 2-15,-3-2-1 16,-4 1 2-16,-4-2 1 0,-3 8-8 0,-8-16 33 16,-1 6-36-16,-2 2 13 0,-3 2 15 0,0 1 2 15,-2 0 0-15,-1 3-3 0,2 1-13 16,-2 1 10-16,3 3 7 0,2 4-8 0,12 0 11 15,-19 8-6-15,10 0-2 0,1 6 17 16,1 2-33-16,0 3 5 0,5 3-3 16,-1 1-4-16,3 1 13 0,0-12-3 0,0 4 17 15,13 21-28-15,-6-19-4 0,0-1 11 0,0-2 4 16,2-4-4-16,1-2 1 0,-2-4 2 16,5-2-2-16,-6-3 24 0,11-7-4 15,-5-2-3-15,-3-4-2 0,1-2-27 0,-3-3 1 16,-2-1 0-16,0-3 6 0,-1-2 5 0,-3-6-22 15,-2-2-4-15,0 14 17 0,0-10-1 16,-9-43 2-16,-1 30 13 0,3-1-27 0,-4 4 11 16,1 1 1-16,2 7 4 0,1 1-3 15,0 4 0-15,2 6 24 0,0 2-36 0,-1 7 10 16,5 5 6-16,1 5-2 0,-6 7 0 16,3 9-2-16,3 4 4 0,0 5 10 0,0-13-1 15,10 30 0-15,-1-11-1 0,3 1 0 16,0 1-2-16,2-2 16 0,0 0-4 0,1-3-12 15,2-1-4-15,-1-4-10 0,1 0 12 0,-2-2-7 16,6-4 0-16,2-5 45 16,-5-3-1-16,3-3-22 0,0-3 25 15,-11-3-16-15,6 0 0 0,15-16-6 0,-14 4-6 0,-5-1 3 16,-2-2-6-16,-3-5-15 0,-1-1 24 16,-5-3-1-16,2-3-10 0,-3 13-6 0,0-7-6 15,0-3 13-15,-10-23-4 0,7 24-4 16,-1 2-9-16,3 3 22 0,-1 10-13 15,0 3-3-15,-1 5-10 0,3 3 15 0,-2 3-13 16,1 7 20-16,1 3-9 0,0-9-3 0,0 6-1 16,0 3 8-16,8 18-2 0,-5-14-19 15,4-4 26-15,0 0-11 0,0-1 4 0,0-2-8 16,2-2 3-16,-2-3-15 0,1-5 9 16,-2 0-7-16,-6-3 20 0,10 0 0 0,14-13-2 15,-9 2-9-15,-1-1 17 0,1 0-13 16,-3-5 4-16,1-3-3 0,0-2-5 0,-4-2 14 15,-1-3-13-15,-3 0 2 0,-1 0-5 0,1 1 6 16,-3 5 1-16,3 1-5 16,-1 2 12-16,-3 4-9 0,-1 5 1 0,0 5-8 0,0 4 17 15,0 3-5-15,-1 2-2 0,0 9-2 16,1-5 14-16,0 4 2 0,0 2-1 0,0 3-1 16,0-2 17-16,8 15-7 0,-4-18-3 15,0-4-4-15,3 2-3 0,-1-4 8 0,3 0 2 16,0-4 1-16,-9-3-13 0,12 0 3 15,10-13 0-15,-8 2-3 0,-2-2-2 0,-3-1-3 16,1-2-7-16,0-2 3 0,-1 1 3 16,-1-2-3-16,-1 1 8 0,0 1-8 0,-1 2-2 15,-2 2-2-15,0 1 9 0,1 5-6 16,-4 5-1-16,0 0 8 0,-1 2 4 0,0 0 1 16,12 19 2-16,-7-1 1 15,2 1-4-15,0-1 4 0,-1 0-6 0,0-2 2 0,2 0-6 16,-1-2 4-16,2-1-3 0,-1-1 2 15,-1-4-14-15,0 1-30 0,0-3 4 0,-1-4-182 16,-6-2-81-16,0 0 25 0,5 0-257 16,3-8 36-16,-8 4 49 0,-2-1 35 0,1 1 32 15,-6-6 24-15,-7-3 27 0,-1 0 36 16,1 0 22-16,-4 0 28 0,-3 0 16 0,-2-1 11 16,-1 2 16-16</inkml:trace>
  <inkml:trace contextRef="#ctx0" brushRef="#br1" timeOffset="31249.57">13754 4733 291 0,'-1'0'154'15,"0"2"-31"-15,0-2 2 0,0 1-5 16,1 1-9-16,1-1 7 0,1 0-12 0,0 0-14 16,1-1 3-16,1 2 4 0,8 3-13 15,2 1-8-15,2-1-6 0,0 1-7 16,1 0 3-16,1 1 22 0,1-2-14 0,0 1-13 16,3 0 0-16,0 1 7 0,-1-4 9 0,2 0-5 15,4 0-2-15,3 1-9 0,-1-3 1 16,4 2-7-16,-16-3-2 0,9 0-2 0,7 0-6 15,0 0-5-15,4 0-10 0,1 0 5 16,41-9-2-16,-35 6 10 0,-2-2-2 16,2 0 2-16,-1 0-13 0,-3-2 3 0,-1 0 0 15,2 0-9-15,-3 0 9 0,2-2 16 16,-2 0-11-16,0-1-2 0,3 1-2 0,1-4 3 16,-1 2 3-16,0 0 4 0,0 0-5 15,0 0 9-15,-2-1 2 0,0 0-23 0,0 0-3 16,-3 0-2-16,1 0 11 0,-3 0-15 15,-1 0 39-15,1 0-19 0,-5 1-7 0,-1-3 3 16,0 2 21-16,-3-2-31 0,-1 1 19 0,0 0-36 16,-3-1 13-16,-1-1 2 0,0 1 7 15,-3-4 2-15,0 2-3 0,0-1-4 0,-3 2-2 16,0 0-3-16,0-1-1 0,-4 1 5 16,1-2-2-16,-3 1-4 0,1 1 2 0,1-2 22 15,-5-1-6-15,4-1-5 0,-2 2 0 16,-2-3-4-16,-1 3 5 0,-1-1-5 0,-1-1 2 15,-2 0-13-15,0 10 12 0,0-6-11 16,-9-22-4-16,2 19 0 0,0-1 1 0,-1 1 2 16,-1 0-10-16,-1 0 3 0,-1-1 0 15,-1 2 0-15,-1-1-1 0,-2 0-1 0,-1-2 10 16,-5 2-9-16,-2 0 5 0,-1 0-2 16,-1 1 1-16,-1 0 0 0,-2 1 11 0,-1-2-4 15,-2 3-3-15,1 0 0 0,-1-1-3 0,-3 2-2 16,-1-1 7-16,3 3-8 0,-2-1 0 15,0 1 0-15,2 2 1 0,1-1-2 16,0 1 4-16,0 2-1 0,-2 0-3 0,2 0-1 16,2 0 7-16,-7 3-4 0,2 1-4 15,3-1 3-15,0 0-1 0,0 3-7 0,2-2 8 16,-1 2-6-16,-1 1 0 0,0 1-4 0,16 0 4 16,-6 0 0-16,-5 0-6 0,-3 0-3 15,0 0 13-15,0 0-7 0,-30 8 2 0,28-4 1 16,1-1-3-16,3 1 0 0,-4 1 0 15,3-2-2-15,0 2-2 0,-2 1-1 16,1-1 4-16,-2 1 1 0,3 0 1 0,2 1-2 16,-1-1-1-16,2 1-3 0,0 0 9 0,0 0-12 15,0 1 7-15,0 0 4 0,1 0-2 16,-1 1-2-16,-1 0-2 0,1 3-1 0,1-2 1 16,0 1 5-16,2-2 7 0,-1 2 0 0,0 0-5 15,2 0-3-15,-2 1 8 0,1 1-8 16,-1-3-2-16,1 1 8 0,0 1-5 15,3 0-1-15,-2-1 0 0,0 1-1 0,2-2 8 16,0 1-2-16,-1 1-7 0,0-2-1 0,2 3 1 16,1-4-3-16,-1 1 4 15,1 1 1-15,1-1-2 0,1 0 0 0,0 2-4 16,2-2 0-16,0 2 4 0,-1-2 4 0,2 2-3 16,0 0-4-16,0 2 0 0,2-2 7 15,0 2-2-15,4-1-6 0,-3 0 3 0,3 0-1 16,-1 1 8-16,-1-1-5 0,4-2 4 15,0 0-8-15,1 2 0 0,0 0 9 16,3-2-7-16,0-1-1 0,0-3 1 0,0 1-6 16,7 15 12-16,-1-11-12 0,-2 3 5 0,2-2 2 15,2 1 2-15,1 0 1 0,1 2-6 16,0-4 3-16,1 3 0 0,0-2 5 0,1 1-6 16,0 1 1-16,2-1 1 0,-2-2 0 0,2 2 1 15,-1-2-1-15,-1 1 4 0,2 1-2 16,-1-1-4-16,0 0-3 0,1 1 8 15,0-1 3-15,-1 0-5 0,3 0-4 0,-2-2 0 16,3 2 7-16,0-2-3 0,5 0 3 16,1 0-3-16,2-2-3 0,2-1-1 0,4-1-1 15,3-4 10-15,1 1-5 0,4-3-5 0,3-1 1 16,-20 0 8-16,14 0-5 0,58-12-3 16,-35 4 2-16,0-4-24 0,3 1 3 0,4-2-144 15,-2 0-102-15,-2 1 25 0,0-3-297 16,-7-2 47-16,-3-2 34 0,-11-4 70 0,-5-9 32 15,-6 1 30-15,-3 0 26 0</inkml:trace>
  <inkml:trace contextRef="#ctx0" brushRef="#br1" timeOffset="35685.91">7724 11398 227 0,'0'7'48'16,"0"4"-36"-16,0 1-57 0</inkml:trace>
  <inkml:trace contextRef="#ctx0" brushRef="#br1" timeOffset="35954.33">7780 11404 252 0,'0'0'347'16,"0"-4"-59"-16,0 4-48 0,0-5-26 0,0 5-14 15,0 0-13-15,2-4-25 0,-1 6-14 0,-1 1-18 16,4 10 1-16,2 0-25 0,-3 0-12 0,-2 1-15 16,2 2-4-16,0 1-44 0,-3-1-37 15,3 2-71-15,-2-3 6 0,-1-8-170 16,0 2-100-16,0-1 14 0,0 1 25 0,0-4 15 16,0-5 19-16,0 4 17 0,-6 0 3 15</inkml:trace>
  <inkml:trace contextRef="#ctx0" brushRef="#br1" timeOffset="38643.87">7986 11200 231 0,'1'3'249'15,"1"-1"-57"-15,1-1-29 0,-2 3-26 0,2-3-31 16,0 1-2-16,-1-1 3 0,0 0-6 0,1-1-1 16,-1 0 14-16,-2 0-7 0,0 0-17 15,9-12-7-15,-5 1 7 0,-1-2-12 0,-3-4-5 16,0 6 0-16,0-4-4 0,0-4-12 16,0-3-5-16,-8-28-4 0,3 20-8 15,3-2 0-15,-3 1-6 0,2 1-2 0,1 2-3 16,-1 1-5-16,3 4-8 0,-3 0 1 0,3 3 1 15,-3 3 4-15,3 10 5 0,0-1 1 16,0 2 1-16,0 6 2 0,10-9 1 0,-8 11-2 16,0 2-5-16,7 5 3 0,-4 2-9 15,0-1-3-15,0 1-1 0,1 2-2 0,0-2 4 16,-1 0-7-16,-2-3 9 0,0-1-13 16,0-3-1-16,-2 0 0 0,2-1 4 0,-2 0-4 15,-1-3 0-15,3 0 2 0,-3 0 4 16,0 0-6-16,0-6-3 0,0 2 2 0,-3 0 4 15,1-6-8-15,-3-1 5 0,4 3-3 16,-2 3 0-16,0-1 5 0,1 1-8 0,0 1 0 16,-1 3 0-16,0 1 0 0,2 0 0 15,0 3 6-15,0 0-7 0,0 9 1 0,-2 1 4 16,3 3-10-16,0-6 9 0,0 2-1 16,0 7 0-16,11 19 2 0,-7-17-1 0,1-2-2 15,2-1-1-15,0-1-2 0,2 1 7 0,-1-1-8 16,2-2 3-16,1-4-1 0,-1-2 6 15,1-2-6-15,-1-5-1 0,-3-2 2 0,-7 0 6 16,17-9-8-16,-7 1 8 16,1-1-7-16,-2-4-1 0,-1 0 8 0,-1-1-7 0,1-1-5 15,-2-2 9-15,0-2 3 0,-2 3-5 16,-1 1-3-16,1 0 6 0,-2 0-3 0,1 4-8 16,-2 3 7-16,0 2 1 0,-1 1 3 15,1 2-5-15,-1 3 7 0,0 0 0 16,4 8 18-16,0 6-12 0,1 0 4 0,0 4 2 15,0 2 4-15,2-1 11 0,0 1-10 0,3-1-1 16,0 2 3-16,1-2 11 0,2-1-18 16,0-2-4-16,0-2 0 0,1-1 3 15,0-2 12-15,1-5-9 0,-2-3-15 0,-7-3 6 16,13-8 11-16,-9-2-10 0,1-5-8 16,-1-3 3-16,-3 1-1 0,-1-2 3 0,-2-2-5 15,0 0 1-15,-4-4 1 0,0 14 3 0,-9-23-7 16,3 10-2-16,-3 1 2 0,-2 1 3 15,-2 0 0-15,-1 3-6 0,0 3-2 0,1 3 4 16,-2 1 2-16,2 3 0 0,-1 6-4 16,3 2-2-16,5 1 6 0,-8 11-1 0,4 2 2 15,4 5-3-15,1 1-2 16,2 3 2-16,0 1 0 0,3 0 10 0,0-10-14 0,0 3 4 16,11 20 0-16,-6-16-2 0,4-3 6 15,2-2-8-15,0-2 4 0,2-1-1 0,0-3 1 16,2-3 5-16,-1-5-11 0,0-1 4 15,-7 0 2-15,13-10 6 0,-8-1-7 0,-2 0 2 16,0-6 13-16,-2 1-18 0,-2-2 15 16,1-2-9-16,-3-1-7 0,0 0 1 15,-2-4 15-15,0 3-11 0,0-2-1 0,0 4 12 16,-1 2-18-16,1 2 2 0,-1 3 2 0,-1 3 2 16,2 3 7-16,0 3-10 0,0 1 3 15,-1 2 1-15,-1 1 11 0,0 0-14 0,0 0 2 16,16 16 1-16,-8-5-4 0,3 3 19 15,-1 1-15-15,1 1 1 0,-1-2 14 0,0 0-19 16,1-1 1-16,1 1 2 0,-2-3 13 16,0 1-18-16,0-2 1 0,1-4 8 0,-1-1 7 15,-1-3-16-15,-2 0 4 0,-7-2 4 16,9 0-2-16,10-12 9 0,-11 4-13 0,-1-1 0 16,0-6 5-16,-2 2 9 0,1-4-10 15,-2-2 0-15,0 3 0 0,-1 1-6 0,0-1 4 16,-3 7 0-16,2 0 3 0,-1 3-6 0,0 2-2 15,-1 0 9-15,2 2-2 0,-2 2 2 16,0 0 0-16,0 0 7 0,5 10-13 0,-2 2 8 16,1 0-1-16,3 4 1 15,-2-3 6-15,0 1-6 0,0-3-2 0,1 1 21 0,3-1-27 16,-2-3 5-16,0-2 15 0,1-4-11 16,-2 0 2-16,-6-2-9 0,7 0 5 0,9-10-8 15,-8 2 20-15,2-3-18 0,-3-2 5 16,-1-3 7-16,-1 0-12 0,-2-2 2 0,1 6 1 15,-3-1 15-15,1 0-18 0,1 5 3 16,-2 2-1-16,0 1 2 0,-1 3 9 0,0 2-10 16,2 8 27-16,1 10-10 0,1 2 18 15,1 4 4-15,2 5-2 0,0 1 9 0,1 3-5 16,3 3 22-16,-2 0-11 0,2 5 2 0,0-2 4 16,1 3-15-16,-1-2-2 0,0-3-14 15,1-3 19-15,-1-1-18 0,-1-6-1 0,0-2 5 16,-3-3 2-16,0-3-6 0,0-1 9 15,-2-5-2-15,-3-8-7 0,-2-5-4 16,0 0 1-16,0-17 0 0,-3 0-3 0,-1-5-17 16,-2-2 16-16,-2-6-11 0,-2-7 0 15,-2-1 5-15,-2-9 2 0,-1-8-15 16,-1-1-4-16,4 3 15 0,0 2-4 0,3 3-4 0,1 7 9 16,2 4-9-16,1 6 0 0,4 3-5 15,0 3-3-15,1 13-2 0,9-14 3 16,-2 17 1-16,3 3 0 0,1 7 1 0,-6-1 7 15,11 12-7-15,-6 0-7 0,0 1 14 0,-1 5-4 16,-2 1 0-16,-2 2 2 0,-2 0-4 16,0 2-10-16,-2 2 21 0,-1-13-9 15,0 5 1-15,0 1 1 0,-11 19 0 0,4-21-8 16,1-5-2-16,-3-3-1 0,0-2-17 0,-2-6 4 16,5 0-36-16,-13-11 13 0,7 3-21 15,0-1 1-15,2-1 4 0,1 1 13 0,1-1-11 16,1 2 10-16,1 1 7 0,3 1 22 15,2 3-20-15,0 1 4 0,1 2 5 16,0 0 3-16,5-1-2 0,-1 2 4 0,1-1 3 16,7 5 9-16,2-2-13 0,0 2 9 0,1-2 5 15,3 2-3-15,1-3 29 16,-1-1-37-16,-9-1 35 0,7 0-32 0,19-9 10 16,-16 2 4-16,-1 1 9 0,0-4-11 0,0-1 11 15,-1 0-8-15,-3-3 10 0,1 1-18 0,-3-3 8 16,-2 2 0-16,-2-1 3 0,-1-6 0 15,-4 2-5-15,-3 1 4 0,0 1-1 0,0 9 20 16,0-3-25-16,0 0 8 0,-12-8 2 16,7 13-5-16,1 3 2 0,0 3 2 0,0 1 6 15,1 2 26-15,-1 6-33 0,-1 2 13 16,1 2 2-16,3 2 0 0,1-5-3 0,0 3 1 16,0 4-1-16,12 19 2 0,-4-18-1 15,-1 1 0-15,0-3-7 0,2-1 5 0,1-3-4 16,0-1 2-16,1-3 0 0,1-1-2 15,-1-4-4-15,-3-3 7 0,-8 0-2 0,9 0-1 16,8-13 1-16,-9 2 15 0,-2 0-3 16,1-2-11-16,-4 0-11 0,-2-1-2 0,-1 6 0 15,0-5 1-15,-12-21 0 0,6 16-5 16,-2 0 12-16,0 0-8 0,-1 1 3 0,-3 4-1 16,2 1-2-16,1 3 1 0,1 1-7 0,2 5 3 15,0 2 6-15,6 1-11 0,0 0 14 16,-11 9-3-16,6 2 2 0,3-3 0 0,2 7-1 15,0-9 0-15,0 5 0 0,8 16-3 16,-2-9 0-16,1-2 0 0,0 0-11 0,3-2 16 16,-1-1-3-16,1-3-1 15,3-2 2-15,-2 1-1 0,1-4-1 0,2-4 5 0,-9-1 1 16,7 0-1-16,10-9-2 0,-9-1-6 16,-1 2 6-16,3-2-1 0,-7-2-3 15,2 1 0-15,-2-4 24 0,-1 0-2 0,-2-1-23 16,-1 0-1-16,-1 0 6 0,1 1-16 0,-1 2 11 15,-2 3 6-15,1 3-3 0,-1 2 0 16,0-1 0-16,1 3 1 0,-1 1-4 16,1 0 2-16,-2 2 22 0,0 0-1 0,0 0-21 15,9 16 3-15,-2-6-3 0,1 1 1 16,-1 0-1-16,0 1 29 0,0 0-11 0,3-3-8 16,-3 2 0-16,2 0-5 0,0-2-1 15,1-1 3-15,0-3 2 0,-3-4 4 0,1 1 0 16,-8-2-2-16,6 0-1 0,-1 0 0 0,11-11-1 15,-8 1-2-15,-1 2-5 0,-2-5 0 16,-1-1-1-16,0-2 0 0,-1 0 0 16,0 0 4-16,-2 1 0 0,-1 0 0 0,2 2 10 15,-1 5-2-15,-1 8-20 0,0-6-3 0,0 0 2 16,0 6-1-16,0-4 8 0,1 0 0 16,1 5 0-16,-1 2 0 0,1 0-4 0,2 9-2 15,0-5 26-15,2 4-20 0,-3-1 0 16,5 1-6-16,-1 1 1 0,0-3 12 15,2 1-1-15,-1-4 0 0,-1-1 0 0,0-1-14 16,-1-2 2-16,1-2 11 0,0 0 5 0,11-8-1 16,-8-3 0-16,4-2 0 15,-3 0-12-15,-2-2 2 0,-2-3 3 0,-1-3-1 16,-2-1 0-16,-3-1 5 0,-1 9 0 0,0-8 1 0,0-3 9 16,-13-40-11-16,6 27-6 15,-1 4 3-15,0 4 4 0,0 1 12 0,3 7-18 16,-2 2 9-16,1 2 12 0,1 7-16 0,3 7-3 15,2 4 14-15,-1 17-5 16,1-7 17-16,0 7-3 0,10 23 6 0,-5-12-6 16,4 2-1-16,-2 1 2 0,0 1-1 0,0-2-3 15,3-1 1-15,0 0 0 0,1-4-11 16,1-3-2-16,1-3-14 0,0-4 2 0,0-1-113 16,2-6-51-16,-9-2-59 0,2-4 24 0,-5-2-274 15,-3 0 28-15,0-6 42 0,-10-2 38 16,-1-2 19-16,-6-2 21 0,0 1 13 15,-3 1 51-15,-2-1 6 0,-2 0 12 0,0 4-22 16</inkml:trace>
  <inkml:trace contextRef="#ctx0" brushRef="#br1" timeOffset="38814.3">9662 10493 625 0,'-7'0'383'15,"-3"0"-44"-15,3 0 4 0,7 0-47 0,-6 2 14 16,19-7-24-16,1 2-45 0,6-7-20 16,6-3-38-16,7-1-6 0,-1-3 0 15,9-1-10-15,0-1-16 0,0 0-4 0,1-2-24 16,-2 2-12-16,-2 2-25 0,-6 2-69 0,-2 3-1 15,-8 3-194-15,1 4 17 0,-13 4-204 16,-10 1-75-16,1 6 24 0,-11 5 27 0,-5 2 55 16,-8 3 11-16,-8 3 25 0,-8 5 9 15,-6 4 50-15,-17 11 14 0,-6 4 3 16,-52 32 1-16</inkml:trace>
  <inkml:trace contextRef="#ctx0" brushRef="#br1" timeOffset="39623.94">6451 12707 475 0,'-3'2'224'0,"0"2"-34"16,2 0-18-16,1 1-35 0,0-5-6 16,0 0-7-16,0 5-20 0,0 0-18 0,10 8-2 15,-4-9 0-15,-1 0-9 0,-1-3 11 16,-1-2-1-16,2-3-9 0,3-2-7 0,-1-5-6 15,1-2-16-15,0-3 4 0,-6 0 3 16,1-2-10-16,-1-2-4 0,-2 10-5 0,0-6-9 16,0-2 3-16,-9-20-9 0,2 19-6 0,-3 0 12 15,2 2-8-15,-2-1 2 0,1 2 1 16,-2 2 6-16,3 1 9 0,0 3 2 16,1 1-6-16,1 4-4 0,1 4 1 15,5 1-3-15,0 0 6 0,-7 8-14 0,7-1-1 0,4 8 1 16,2 3-3-16,3 2 4 0,0-1-6 15,3 3-4-15,2-1-1 0,1-1 12 16,-1-3-9-16,1-2-6 0,1-1-2 0,-1-4 4 16,1-1 6-16,1-3-1 0,1-4-9 15,-10-2-1-15,4 0 4 0,12-14 3 0,-12 4-3 16,-2-1 0-16,-2-2 8 0,-1-2-8 0,-3 1-6 16,0 0 3-16,-1 1 2 0,-3 5 1 15,0-1 7-15,-9-10-8 0,6 12 2 16,-2 1 11-16,3 3 6 0,-3 0-9 0,3 1-1 15,-3 2-3-15,2 1 12 0,1 2-9 0,-4 6-8 16,1 2 0-16,-1 1 0 0,2 0 11 16,-1-1-14-16,2 1 0 0,1 1-1 0,0-5 1 15,0 0 11-15,1-2-15 0,-1-2 2 16,2 0 3-16,-2-1 9 0,1-1-18 0,0 0 4 16,0-2 1-16,0 0 0 0,1 0 10 15,0 0-14-15,0 0 0 0,-6-10 5 0,5 8 9 16,-1-2-17-16,1 1 2 0,-1 0 5 15,1 2-2-15,0-2 6 0,1 3-7 0,1 0 0 16,2 2 2-16,7 3 1 0,1 3 5 16,1 4-6-16,-1 0 0 0,3 1 8 0,-1 2-12 15,1 0 5-15,-1-2-1 0,2 0 1 16,0-1 9-16,-3-3-15 0,0 0 4 0,0-3-2 16,-2-1-6-16,-10-5-34 0,14-8-28 15,-7-4-41-15,-5-2-39 0,3-2 15 0,-5 7-174 16,0-5-60-16,-10-20 19 0,3 14 25 0,-2 2 8 15,-1-3 57-15,-8-6-19 0,-2 0 17 16</inkml:trace>
  <inkml:trace contextRef="#ctx0" brushRef="#br1" timeOffset="39754.62">6441 12227 397 0,'-14'-11'263'16,"3"3"-45"-16,1 1-32 0,4 3-22 0,2 3-19 15,4 1-26-15,0 1-14 0,4 4-10 16,5 3-46-16,4 3-62 0,0 4 3 0,0-4-128 15,1 5-155-15,2-2-19 0,1 5 59 16,1-1 2-16,0-1 2 0</inkml:trace>
  <inkml:trace contextRef="#ctx0" brushRef="#br1" timeOffset="40395.19">6740 12471 337 0,'-15'-3'241'0,"15"2"-43"15,-3 1-26-15,3 0-16 0,-2-3-25 16,2 1-15-16,-1-1-18 0,0 0 26 0,-2-8-13 15,0-1 3-15,-1-2-11 0,-1 1-14 0,3-3-11 16,-5 2-7-16,0-3-6 16,-2 2-4-16,1-1-7 0,-5-1-6 0,2 4-4 15,-3-1 9-15,-1 2 1 0,0 1-6 0,-1 2 2 16,2 3-6-16,1 2 1 0,2 2-5 16,11 2 5-16,-7 0-14 0,-8 13 1 0,9-3-8 15,3 4-3-15,3-8 1 0,0 7-3 16,10 14 0-16,0-9 0 0,1-4 0 0,3 1 5 15,3-2-16-15,1 0 3 0,1-2 0 16,-1 0-1-16,1-2-1 0,-1 1 2 0,0-1-3 16,1 1-1-16,0-2 8 0,-5 2-9 15,2-2 2-15,-3 1 1 0,-3 1 4 0,-2 0 10 16,-2 0-15-16,-1 0-2 0,-5-1-2 16,2 0 5-16,-2-9 1 0,0 8-5 0,-12 7 0 15,4-7 7-15,0-5-10 0,-2 1-1 16,3-4 2-16,-3 0-4 0,-3 0 6 0,-14-11-1 15,15 7-4-15,-1 0 0 0,3 1 0 0,3 0 6 16,1 0-10-16,5 0 0 0,0 2 2 16,1-1 2-16,2 2 2 0,3 2-2 15,-3-1 0-15,10 6 10 0,0 1-12 0,2 1-1 16,1 2 1-16,-1 2 0 16,0 0-5-16,0 1-16 0,1-3-24 0,-1 0-41 0,3 1-29 15,-3-1 11-15,-1-3-162 0,0-2-105 0,-2-1 0 16,-1-3 70-16,-4-2-1 0,8-11 39 15,-7 1 13-15,-3-1-2 0,0-3 2 0</inkml:trace>
  <inkml:trace contextRef="#ctx0" brushRef="#br1" timeOffset="41163.64">6999 12411 389 0,'2'-5'294'0,"-2"-1"-56"0,0 3-29 16,1-2-33-16,-1 1-27 0,4-11-7 15,-2 0-27-15,-2 1-6 0,3-1-4 0,-3-1-14 16,0 1-18-16,0 0-3 0,0 7-14 0,0-3 9 16,0 0 14-16,0-2-9 0,-9-9-3 15,8 15 10-15,-1 3-11 0,2 1 3 0,-1 0-4 16,0 0-4-16,1 3-11 0,0 1-2 16,1 1-4-16,0 2 13 0,4 9-21 0,-1 3 0 15,4 3 0-15,-2-1 15 0,2 1-2 16,4 1-9-16,0 1-23 0,1-2 0 0,0 0 3 15,-1-2 6-15,0-3-16 0,2-1 2 16,-4-1 2-16,4-3-4 0,-2-2 8 0,-3-2-11 16,-1-5-3-16,-8 0 2 15,9 0 3-15,5-13 8 0,-8 4-1 0,-1-7-11 0,-2 0-1 16,0 0 9-16,0-5-13 0,-3 10 2 16,0-5 0-16,0-2 0 0,0-2 12 15,-9-20-19-15,6 24 4 0,1 0 1 0,0 3 2 16,1 4-8-16,-1 3 4 0,2 1 2 0,0 5-1 15,0 0 18-15,3 0-5 0,-1 2-10 16,2 2-6-16,3 4 9 0,0 6 12 16,3-3-17-16,-2 4 4 0,1-1 2 0,-1 2-3 15,1-1 8-15,-1 1-10 0,2-3 1 16,-3-3 24-16,0 2-12 0,0-3-15 0,-1-3 1 16,-1 2 22-16,0-4-29 0,-1-3 14 0,-4-1-7 15,0 0 0-15,14-13 3 0,-10-2-4 16,2 0 7-16,-3-4-12 0,1 1 6 15,-3-4 1-15,1 3 14 0,-2 0-23 16,1 0 5-16,-1 2 4 0,1 2-1 0,1 4 18 0,-2 2-23 16,1 3 1-16,-1 6-6 0,0 0 24 15,0 0-23-15,0 0 23 0,3-8-18 16,0 10 3-16,-2 1 2 0,2 0-6 0,1 7 5 16,2-1 12-16,1 1-3 0,-1-1-14 15,-2-2 0-15,-1-2 2 0,1 0 5 0,-1-2 10 16,1 0-20-16,-3-2 4 0,2 1 11 15,-3-2-13-15,0 0-1 0,0 0 19 16,0 0-2-16,6-11-21 0,-6 8 4 0,3-8 3 16,-3 1 12-16,0 2-16 0,0 8 20 0,0-8-17 15,0 2 0-15,0 6 3 0,0-5 7 16,0 5-18-16,8-5 10 0,2 10 13 0,1 3-17 16,1 1 0-16,-1 3 5 0,3 1-1 0,-3-1 22 15,2 1-25-15,1-2 1 16,-1-2 1-16,1-1 1 0,-2-1-18 0,-3-5-19 15,-3-2-27-15,-6 0-46 0,0 0-68 0,11-10 17 16,-14 3-255-16,2-2 40 0,-6-8 39 16,-5 4 16-16,-2-2 7 0,0-1 55 0,0 0-1 15,-6 0 19-15,-1-2 0 0</inkml:trace>
  <inkml:trace contextRef="#ctx0" brushRef="#br1" timeOffset="41287.32">7181 11894 373 0,'-8'-3'232'0,"4"3"-41"0,2 0-34 0,2 0-28 16,-1 3-67-16,4-3-7 0,1 3-129 16,6 4-177-16,1-2-11 0,3 4 4 0</inkml:trace>
  <inkml:trace contextRef="#ctx0" brushRef="#br1" timeOffset="44104.73">7738 12067 395 0,'0'1'432'0,"0"-1"-109"0,0 0-14 0,-3-1-43 15,2-1-51-15,-1-1-30 0,1-1-19 16,-5-7-16-16,2-1-17 0,-3-3-20 0,3-2-7 16,0 1-10-16,1 0-11 0,0 2-6 15,0 4-14-15,3 2-5 0,0 1-9 0,0 7 14 16,0-6-25-16,0 6 3 0,0 0 0 15,11-5 18-15,1 12-27 0,-2 1 23 0,1 3-34 16,0 4 3-16,2-1-3 0,-3 3 10 16,1 1-18-16,2 1 2 0,-2 0 12 0,2 3-19 15,-2 0 3-15,0-2-9 0,2-2 13 16,-3 0-4-16,-2-3 16 0,2 1-20 0,-2-2 1 16,1-4 3-16,-3-3-15 0,-1 0 9 0,-2-4 0 15,1-3 3-15,-4 0-10 0,0 0-1 16,4-13 5-16,-2-3 15 0,-2 8-16 15,0-7 4-15,0-5-5 0,0 0 13 0,0-2-17 16,-9-24 1-16,8 21 2 0,1 0 2 16,-1 0-11-16,1 2 8 0,-2 5 1 0,2 4 22 15,0 0-31-15,0 9 8 0,0-1-1 16,0 1 7-16,0 5-3 0,9-6 22 16,-6 8-13-16,-1 0-15 0,5 7 4 0,0 1 10 15,0 1-6-15,2 3-5 0,-1 1 1 0,2 1-10 16,0-2 36-16,0 0-17 0,1 2-20 15,-1 0 8-15,-1-3-2 0,0-3 2 0,1-1 1 16,-3-2-9-16,3-2 12 0,-3-4-1 16,-7-1 17-16,7 0-23 0,10-9 8 0,-8-2-3 15,1-3 13-15,-2-2-26 0,-1-1 9 16,-1 1 24-16,-1-3-32 0,-1-1 10 0,-1 2 4 16,-3-3-2-16,2 2-12 0,-2 9 20 15,0-2-16-15,0-1 7 0,0 0 4 0,0 5-7 16,0 0 12-16,0 3-9 0,0 5 3 15,-2-7 0-15,4 8 0 0,-1 1-3 0,1 2 6 16,2 6-2-16,-1 3 13 0,2-1-17 0,0 1 15 16,2 0-3-16,-1 0-11 0,1-2 7 15,0-1 6-15,-1 0-2 0,2-1-4 0,1-3 4 16,1-4-6-16,-1-1-7 0,-9-1 7 16,9 0 27-16,11-9-14 0,-7 1-21 15,-2-2 7-15,0-2 0 0,-2 0-3 0,-1-2-15 16,1 1 15-16,-1-1-1 0,1 1 25 15,-1 2-41-15,-2 1 11 0,-1 4-2 0,-2 4 3 16,0 0-3-16,-3 2 2 0,0 0-4 0,14 16 13 16,-7-1 1-16,2-2 6 0,1 2 0 15,-3 0 1-15,2 0 1 0,0-3-4 0,0 1 13 16,2-2-2-16,-1-2 6 0,2-1 15 0,0-3-9 16,0 0-12-16,2-5 0 0,-3 0-1 15,-6 0 8-15,12-8-15 0,-5 1-1 16,-3-3-1-16,0-2 4 0,-2 0-12 0,-1-2 13 15,-3-1-7-15,-3 5 4 16,0-4-6-16,0-5-10 0,-13-17 7 0,6 15-2 16,-5 1 8-16,-2 1-2 0,0 0 1 0,-1 2-10 15,0 0 9-15,-2 4-2 0,-1 3 2 16,-1 0-12-16,-2 6 2 0,4 1 1 0,0 3 0 16,9 0 4-16,-15 10 0 0,10-1 0 15,1 4-1-15,3 3 6 0,1 2-9 0,2 3 1 16,4 1-2-16,2-1 1 0,0-10-3 15,0 5 4-15,12 18-3 0,-4-16 3 0,0-1-1 16,3-3 5-16,2-1 0 0,-1-5 1 0,4-2-3 16,-1-3-7-16,2 0 7 0,-9-3 3 15,4 0 3-15,16-12 2 0,-14 4-3 0,1-3-9 16,-4-2-3-16,1-2 0 0,-1-2 2 0,-2-2-3 16,2-2 15-16,-2-1-1 0,-1-1-24 15,-1-2 0-15,-2 4 15 0,-1-1 0 16,0 1 0-16,0 2 3 0,1 0 2 0,-3 4-8 15,0 2 9-15,1 5 0 0,-1 1-1 16,1 3-8-16,-1 3 3 0,-2 1-2 0,0 0 0 16,0 0 0-16,17 13 4 0,-10-6 13 0,0 3-2 15,2 0-1-15,-1 2-16 0,1-1 10 16,1 0 4-16,-1 0-1 0,0 1 0 16,1-4-9-16,1 3-2 0,0-1 1 0,-1-2 1 15,-2-4 4-15,-1 0-3 0,1-4-2 16,-8 0-3-16,7 0 15 0,2 0-7 0,12-13 2 15,-11 6-3-15,0-4 11 0,-2 0-19 16,-1-3 13-16,0 1-11 0,-1-6 2 0,-2 1 1 16,0-2 14-16,0 1-21 0,-1-1 9 0,-2 2 1 15,0 2-7-15,0 5 1 0,-1 2 1 16,0 9 1-16,0-6 1 0,0 6 0 16,0-6-2-16,4 2 6 0,-2 6-2 15,0 1-4-15,3 7-2 0,2 2 2 0,0 3-1 0,1-2 18 16,-1 4-2-16,1 1-2 0,1-2-15 15,0 0 4-15,2-1 10 0,1-2-6 16,0 0-2-16,1-2 0 0,2 1 4 0,-1-2-2 16,1-5 0-16,1-2 4 0,-2-3-3 0,-5 0-3 15,15-8 2-15,-9-1 0 0,1-1-1 16,-3-1 1-16,-2-3-5 0,1-2 4 0,-3 0 10 16,-1-2-14-16,-1-2 5 0,-1-1 2 15,-5-3-5-15,-1-3 9 0,0 13-13 16,0-7 5-16,-13-29 2 0,8 23-4 0,0 3-8 15,2 2 19-15,-3-1-7 0,2 6 13 0,1 2 6 16,-3 3-3-16,4-1-15 0,0 5 20 16,-1 1-3-16,3 2-14 0,0 1 6 0,0 4 4 15,0 0-7-15,2 3-2 0,-1 2 0 16,8 6-13-16,-2 7 3 0,2-2 10 16,-1 2 4-16,1 2-10 0,1 4 8 0,2 0-18 15,-3 2 23-15,1 1-8 0,2 0 2 0,-2 2 1 16,1 0 2-16,-3 1 8 0,3-3-11 15,-2 1 2-15,-3-5 3 0,2-1-11 0,-1-3 16 16,-1 1-10-16,1-3 5 0,-3-6-14 16,2 2 18-16,-6-5-10 0,1-5-15 0,-1-1 23 15,-1-4-11-15,-2 0 5 0,-1-1-7 16,-6-7-9-16,-2-2 14 0,-2-2-6 0,2 1-23 16,-5-2-5-16,-1 1 3 0,-2-2 1 15,-1 5-15-15,0-2 2 0,-1 5 10 16,3 1 2-16,-1 1 0 0,-1 4 4 0,4 2 16 15,10 0 2-15,-4 0-1 0,-8 8-12 0,15-3 1 16,2 1 2-16,2 0 1 0,2-1-11 16,7 4 7-16,0-1 1 0,3-1 14 0,2-2-1 15,5-3 0-15,0-2 15 0,-10 0-1 16,8 0-1-16,21-8-17 0,-15 0-1 16,0 0 6-16,-2-1-9 0,1-2 19 0,-1 0-19 15,0-2 7-15,-1 1-5 0,-3-2 6 0,0 1 3 16,-3-1-1-16,-1-2-9 0,0 2 5 15,-5-1 3-15,-1 0 6 0,-3 1-6 0,-1 1 2 16,-2 2 1-16,0 4 9 0,0 0-18 16,-1 0 12-16,0 3 1 0,0 4-17 0,0 0 24 15,0 0-5-15,0 0-1 0,-2-7 4 0,3 9-10 16,-1 0-1-16,1 3 4 0,2 7-6 16,0 0-7-16,4 6 12 0,-5-3 4 15,5 3 7-15,-1-2-21 0,0-3 13 0,4 1-3 16,-3-3-6-16,-2 0 2 0,4-1 14 0,-2-2-9 15,3 0 2-15,-3-2-5 16,1-4-11-16,-2 1 28 0,1-1-9 0,-7-2-2 0,5 0-2 16,0 0-1-16,12-12 0 0,-10 3-2 15,3-4 3-15,-3 0-4 0,0-3 0 16,0-1 6-16,-3-1-6 0,0 2 4 0,0 0-3 16,1 0-4-16,-4 2 0 0,2-2 8 0,-2 4-7 15,1 3 8-15,-2 3-2 0,0 1-6 16,1 0-9-16,0 4 36 0,1 1-2 15,-2 0 4-15,0 0-6 0,0 0 1 0,10 7 5 16,-6 3-7-16,2 1-8 0,1-2-2 0,0 3 11 16,0 1-3-16,-2-1-5 15,4-1 9-15,1-4-1 0,-3 3-8 0,-2-4 2 0,0-1 5 16,0-2-4-16,-2 1-2 0,1-2-9 16,1-2 11-16,-5 0-9 0,0 0-3 15,14-12-1-15,-7 3 10 0,0 0-9 0,0-5 3 16,-2 1-10-16,2-3-3 0,1 0 15 15,-1-1-31-15,0-1 32 0,-2-1-10 0,1 0-3 16,1 6-9-16,-1 1 21 0,1 2-10 16,-3 5-3-16,-1 0-4 0,1 3 16 0,-4 2-15 15,0 0 11-15,17 12-2 0,-7-3 15 16,-3 0-11-16,3 2 9 0,-3 0 2 0,1-2 7 16,1 1-5-16,-1 0-15 0,-1-1 2 0,2-3 0 15,-2-1 14-15,0-2-2 0,-2-2-4 16,1 0-2-16,-6-1 1 0,4 0-10 0,10-11 10 15,-5 2-5-15,-5-2 1 0,2-1-4 16,-2-3 0-16,-1 1-9 0,-3 6 7 0,0-5-3 16,-10-12-1-16,4 12 4 0,2 2 0 15,-3 3 7-15,1 0-12 0,2 3 1 0,-2 2 2 16,2 1-8-16,4 2-2 0,-7 13 10 16,4-5 0-16,-1 5-14 0,1 0 14 15,3-2 0-15,0 2 0 0,-1-2-1 0,1 1 1 16,0-5-8-16,0-1 1 0,0 2 14 0,10 6-9 15,-9-10 0-15,2 1 2 0,-2-1-4 16,2-3 2-16,0 0-9 0,-2-1 6 0,1 0 11 16,-1-1-6-16,1-1-7 0,-1 0 5 0,2 0 3 15,-2-1-2-15,1 0-10 0,0 0 0 16,0 0 7-16,1 1 7 0,-2 1-5 0,2-2 2 16,-2 2 4-16,2 1-4 0,-3 0 9 0,14 10 7 15,-1 2 0-15,-2 0-8 0,2 2 11 16,-2 4-13-16,0 1 5 0,5 2 0 0,-5 2 23 15,3-1-17-15,-1 2 2 0,-2 2-1 16,3 1 17-16,-1 0-1 0,-3-1 5 16,-2 1 3-16,-1-1-24 0,2 0 3 15,-4-4 14-15,0 1 3 0,-4-1-15 0,-1-10 2 16,0 3-2-16,0 2-1 0,-13 17-4 16,4-20 7-16,-1-3-17 0,0-2 2 0,0-2-3 15,-4-4 0-15,0 0 13 0,5-3-12 0,-16-12-9 16,9 0-9-16,1-8 9 0,-2-4-2 15,4-3 3-15,-1-2-8 0,3 0 0 16,4-2 3-16,1-2 14 0,2 2-17 0,3-3 10 16,1 19-19-16,0-10-13 0,14-32-18 15,-4 25-4-15,1-3-29 0,-1 1-23 0,0 2-15 16,-1 0 11-16,0 0-128 0,-2 1-44 0,-4 2-62 16,0 0 29-16,-3 16-210 0,-12-28 47 15,0 14 23-15,-4 3 56 0,-2 0 27 0,-6 0 22 16,-6 0 16-16,1 3 56 0</inkml:trace>
  <inkml:trace contextRef="#ctx0" brushRef="#br1" timeOffset="44238.31">9557 10943 389 0,'-24'-3'390'15,"2"0"-85"-15,-1 0 1 0,5 1-63 16,4 0-19-16,3 1-28 0,4-1-27 0,1 1-68 16,2 1-45-16,1 0-63 0,3 0-80 15,-13 9 7-15,5 1-243 0,1 6-15 0,-3 2 62 16,-4 7 16-16,0 4 32 0,-6 4-1 15,-1 7 9-15</inkml:trace>
  <inkml:trace contextRef="#ctx0" brushRef="#br1" timeOffset="44708.97">8598 12682 532 0,'-19'32'343'16,"3"-3"-46"-16,0-6-38 0,3-5-20 0,3-3-44 15,-1 0-20-15,2-3-22 16,3-3-21-16,1 1-10 0,4 0-13 0,1-10-14 0,0 11 13 16,0 2-31-16,10 17-2 0,-4-11 16 15,1 0-24-15,-1 2-13 0,2 6 34 16,2-2-26-16,-1 1 7 0,-2 0 8 0,0-2 0 16,1-2-8-16,-3 1 4 0,1-5 2 0,1 1-6 15,-4-3 23-15,1-2-24 0,0-3 18 16,-4-5-5-16,0-6-20 0,-1 1 15 0,-1-5-15 15,-4-10-8-15,-2-5-5 0,1-1-2 16,-3-5-11-16,0-4-2 0,-5-5-3 0,-5-8-7 16,1-5 2-16,-1-4-7 0,1 1 5 15,-2 0-7-15,5 1-6 0,1 2-2 0,4 4 12 16,0 3-9-16,3 6 0 0,3 4-16 0,4 4 10 16,0 0-8-16,1 18-8 15,0-4 20-15,13-5-14 0,-6 16 9 0,2 8-10 16,-1-1 8-16,0 10-2 0,0 3 5 0,-3 0-3 15,-2 10-9-15,0 0 2 0,-1 1 2 16,-2 2-61-16,1 0-30 0,-1-18-18 0,0 8-32 16,0 1-27-16,0 1-44 0,0-1 18 0,-14 21-237 15,7-28 26-15,1-6 34 16,2-4 24-16,0-2-2 0,1-2 44 0,2-2 40 16,1 0 11-16,0-3 14 0</inkml:trace>
  <inkml:trace contextRef="#ctx0" brushRef="#br1" timeOffset="45972.29">8591 12765 382 0,'8'-12'310'16,"0"-1"-21"-16,0-1-17 0,-3 1-47 15,0-1-10-15,-2-1-37 0,-1-1 2 0,0-1-24 16,-2 7-8-16,0-4-15 0,0-5-3 16,-10-24 3-16,5 14-36 0,-2-2-8 0,-2-2-6 15,-1-2-6-15,-2 1-17 0,3 2-3 16,0 3-5-16,1 4-6 0,1 2 2 0,0 3-5 15,0 2-3-15,2 4-9 0,3 5-2 16,0 5 11-16,3 6-18 0,-1 3-1 0,3 9 2 16,4 5 0-16,0-1 17 0,2 4-5 15,2 3-2-15,2 3 22 0,1 0-24 0,-1 1-3 16,1-2 28-16,-2 0-45 0,3-1 9 0,-1-1 3 16,0-2 0-16,-1-2-3 0,0-3-6 15,2-3 2-15,-3-3-4 0,3 0 1 16,-2-4-2-16,-1-5-5 0,-5-3 20 0,2 0-18 15,10-12-10-15,-8 2 33 0,-1-3-9 0,-2-1-22 16,-1-6-25-16,0 1 12 0,-1-2-26 16,-1 3 14-16,0 2 1 0,-3 1-5 0,0 2 4 15,1 2 9-15,0 3 0 0,0 5 7 16,-1-2 4-16,-2 5-1 0,0 0-10 0,17 13 20 16,-7-2 3-16,-1-1 11 0,3 1 0 15,1 2 4-15,-2-1 0 0,3 0 3 0,0-2-1 16,0 0 13-16,3-2-9 0,-3-1-2 15,3-4-3-15,-4-1-2 0,3-2 3 0,-9 0-2 16,5 0 11-16,12-13-4 0,-12 5-14 16,-3-4 2-16,0 0-14 0,-2-6 6 0,-3 1-4 15,0-1 4-15,-4-3-1 0,0 10-2 16,0-3-16-16,-15-20 14 0,8 17 6 0,-1-1 0 16,0 3-1-16,-1 0-8 0,1 5-3 15,1 4 0-15,3 3 1 0,-1 1-1 16,5 2-1-16,-7 8 26 0,6-2-3 0,-1 9-32 15,0 1 13-15,2 2-10 0,0-9 11 0,0 6-5 16,0 2-4-16,14 23-3 0,-9-23 13 16,0 0-1-16,3-2 1 0,1 1-7 0,-2-5 0 15,2 1 0-15,0-2 2 0,-3-2-1 0,1-2 4 16,-1-3-2-16,-1-2 5 0,0-1-4 16,-5 0-1-16,0 0 0 0,11-8 1 15,-5-1 19-15,-2-4-1 0,-1 0-19 0,-1-3-2 16,0-4 2-16,-2 10 3 0,0-4-3 15,0-1-2-15,0 1 0 0,0 0 20 0,0 3-2 16,0 2-19-16,0 2-2 0,0 1 0 0,0 6 2 16,0-4-6-16,-2 1 16 0,3 4-14 15,6 8 8-15,0 1-6 0,2 0 8 16,-2 1 4-16,1-1-2 0,0-1 3 0,2-1 5 16,-3 0 5-16,4-1-4 0,0-2 2 15,1-3 13-15,-2-2-18 0,-10 0-2 0,9 0 3 16,13-12 5-16,-10 1 4 0,0-2-16 15,-5-5 2-15,2 1 4 0,-1-1-18 0,-4-1 21 16,0-1-9-16,-1-2-6 0,-3 10 4 0,0-4 9 16,0-4-10-16,-10-18 2 0,6 22-2 15,-1 2 7-15,1 3-19 0,1 3 17 0,2 2 9 16,0 4-18-16,1-1 10 0,0 4-6 16,1 1-3-16,2 1-12 0,2 5 29 0,3 3-13 15,1 1 5-15,3-2-9 0,0 2 18 16,4 0-2-16,-1-2-10 0,2 0 14 0,-1 0-2 15,-1-2 5-15,1-1-5 0,-2 1-2 0,-4-1 7 16,0-2-4-16,-3-2-2 0,-5 3 3 16,0-2-6-16,-2-4-6 0,0 0-6 15,-10 10 6-15,-3-5 1 0,1-2-5 0,-5 0-6 16,3 0 18-16,-3 0-14 0,3-2 2 16,0 2 3-16,7-3 1 0,1 0-3 0,-1 0-2 15,1 0 9-15,6 0-4 0,0 0-7 0,0 0-1 16,-8 3-1-16,12-6 13 0,6-3-6 15,4-5-4-15,1-1-2 0,1-1-1 16,1-3-10-16,3 1 18 0,-2-3 3 0,2-3-2 16,-2-1-6-16,2 1-6 0,-3-1 11 15,-3 1-5-15,-3 1 2 0,2-1-5 0,-6 2 10 16,0 1-6-16,-2 2 4 0,1 1-1 0,-5 3 4 16,2 4 17-16,-1 2-1 0,-2 6-4 15,0 0 4-15,-6 0 6 0,5 4 2 16,1 1 7-16,-3 9-7 0,1 0-3 0,2 3-11 15,0-1 0-15,0-8 11 0,0 3-21 0,13 16 10 16,-7-14-3-16,2-4-21 0,2-4-26 16,0 1 3-16,0-5-143 0,-10-1-49 0,10 0-90 15,11-13 31-15,-7 2-211 0,-1 0 42 16,1-2 14-16,-3-2 71 0,2 1 25 16,2-2-8-16,-1 2 52 0,2-3 2 0,-1 3 58 15,2 0 2-15,-1 0 10 0</inkml:trace>
  <inkml:trace contextRef="#ctx0" brushRef="#br1" timeOffset="46097.96">10044 11937 480 0,'0'0'614'0,"0"0"-113"0,0 0-71 15,0 0-118-15,0 0-38 0,0 0-277 16,0 0 1-16,5 0-343 0,-5 0 8 0,7-8-2 16,-7 4 47-16,2-9 41 0,-2 6-24 0,0-7 38 15,0-5 2-15</inkml:trace>
  <inkml:trace contextRef="#ctx0" brushRef="#br1" timeOffset="50694.07">18011 12247 428 0,'0'-2'292'0,"0"2"-24"0,2 1-27 15,0 3-32-15,2 9-23 0,0 1-19 0,2 5-11 16,-3 2-26-16,2-1-16 0,-1 3-1 16,2 1-22-16,-2-2-8 0,-2-1-38 0,1 3-44 15,-3-1-53-15,2 0 5 0,-2-13-255 16,0 3-30-16,0 1 17 0,0-1 21 0,-9 6 36 16,8-16 13-16,-1 0-6 0</inkml:trace>
  <inkml:trace contextRef="#ctx0" brushRef="#br1" timeOffset="53686.68">18450 12248 394 0,'2'9'267'0,"0"-3"-32"15,-1-3-25-15,0-3-25 0,-2-1-13 0,1-2-14 16,0-1-13-16,-2-11-12 0,2 7-13 15,0-7-18-15,-10-21-10 0,8 14-13 0,-1 0-7 16,-2-3-13-16,0-3 3 0,0 0-8 16,2 1-7-16,-1 2 25 0,-1 4-12 15,2-2-5-15,-1 4-5 0,1 4 7 0,1 3-15 16,0 4-2-16,2 3-1 0,0 2 10 0,0 3-14 16,5 1-1-16,-3 2 5 0,0 1-8 15,3 7-9-15,0 0-4 0,3 0 4 16,-3-2 2-16,1 1-14 0,-2-2 1 0,-2-3 0 15,-1 1 4-15,3-3-10 0,-3 1 4 16,1-2 3-16,-1-2 7 0,-1 0-14 0,0 0 1 16,0 0 1-16,-1-9-3 0,-2-5 0 0,3 6 0 15,-7-19 0-15,0 9-2 0,0-1 13 0,0 0-15 16,0 0 16-16,0 3-16 16,0 4 12-16,2 1-14 0,-2 2 13 0,2 4-5 15,3 5-8-15,2 0 12 0,0 0-8 0,-6 14-11 16,6 6 10-16,0-9-3 0,0 5-2 15,0 4 4-15,8 24 4 0,-1-19-11 16,-2 1 5-16,4-2-1 0,-2 1-3 0,1-4 1 16,3 1 2-16,1-3 1 0,0-4 16 15,0-1-11-15,3-3-5 0,-2-4 0 0,0-4-1 16,-5-3 19-16,3 0-21 0,16-17 2 0,-14 5 4 16,2-2 5-16,-4-1-7 15,-1-3 0-15,-1-1 6 0,0-1-10 0,-1-3 3 16,-3 1 2-16,-1 0-2 0,-1 1-2 0,-1 0 6 15,1 2 15-15,-2 5 18 0,0 3-9 16,-1 3 11-16,1 2 2 0,-1 4-27 0,0 2 3 16,0 0 2-16,0 0 14 0,3 8-23 0,-1 6 6 15,0 3-2-15,2-2 16 0,-1 4-20 16,1 0 12-16,1 2-17 0,2-3 19 16,-1-1-20-16,1-2 18 0,0-2-26 0,1-1 8 15,-1-4-2-15,-1-2 15 0,1-3-17 0,-7-3 6 16,6 0 10-16,10-9-5 0,-6-1-7 15,0-2-1-15,-2-1 1 0,0-2 2 16,-1-1-6-16,-4-1 5 0,0-2 0 0,-2 0 0 0,-1 11-3 16,0-8 4-16,-12-19-6 0,5 17 5 15,0 2-8-15,0 2 8 0,-1 1 6 16,-1 2-3-16,2 2 26 0,4 2-22 0,-3 4-2 16,2 3 1-16,4 0 19 0,0 0-26 15,-13 16 2-15,10-4 0 0,-1 3-2 16,3 1 1-16,0 1-2 0,1-9 8 0,0 5-18 15,9 17 9-15,-3-13-2 0,2 0 10 16,1-5-18-16,0 0 32 0,1-2-25 16,2-3 1-16,-1-1 3 0,2-2-2 0,-1-4 24 0,-7 0-24 15,6 0 22-15,11-16-26 0,-10 5 8 16,1-1-7-16,-2 0 25 0,-2-4-25 0,1 2 4 16,-1-4 0-16,-2-1-1 0,-3 0-1 15,1 1 0-15,-4 1 9 0,3 2 9 16,-3 2 1-16,3 2-5 0,-3 3 0 0,1 2-1 15,-1 1 5-15,1 3 6 0,-1 1-6 0,-1 1 3 16,0 0-3-16,0 0 17 0,9 19-3 16,-3-7-3-16,-1 2-3 0,-1 1-2 0,2-1-5 15,0 0-3-15,1-1-1 0,1-2-18 16,0-2 1-16,-1 1 8 0,1-3 0 0,0 0 0 16,1-5-6-16,-1-2-2 15,-2 0 12-15,2 0-7 0,12-13 2 0,-7 2-1 16,-3-2-6-16,2-1 10 0,1-2-4 0,-5 0-4 15,2-1 5-15,-1 0 1 0,-2-1 0 16,2 1-1-16,-1 1 7 0,-2 2 0 16,-1 3-9-16,-2 1-8 0,1 2 5 0,-1 2-6 0,-1 4 4 15,-1 1 4-15,-1 1 3 16,0 0-1-16,0 0 9 0,12 17 5 0,-9-6-2 16,0 2-26-16,0 1 12 0,1 2-2 0,0-1-4 15,2-2 7-15,-3 1 0 0,3-1-11 16,0 1 4-16,-1-5 9 0,2-2 0 0,-1-1-1 15,0-1-1-15,-1-3 4 0,-1-2-1 0,-4 0-1 16,8 0 4-16,11-17-2 16,-11 2 0-16,1 1 0 0,-1-3-1 0,0-1 9 15,1 0-7-15,-2 2 0 0,0 0-11 16,0 1-6-16,-1 4 1 0,-2 0 1 0,3 3 5 16,-1 4-3-16,-2 2 1 0,-4 2 2 0,4 0 0 15,9 12 4-15,-6 0 1 0,1 7 16 16,-2-1-2-16,0 6-28 0,1 0 9 0,0 10 0 15,-2 2 1-15,4 0-4 0,-2 1 7 16,0-1 0-16,0 0-5 0,1-3 4 0,-2-2-1 16,2-1 14-16,-1-3 7 0,-1-4 12 0,0-3 5 15,-2 2 22-15,0-7 5 16,0-5-9-16,-2-6-3 0,-2-4 0 0,0 0-8 16,0-11-9-16,3-5-1 0,-3 3 5 0,0-3-7 15,-13-33-16-15,9 12 14 0,-2-8-10 16,-2-4-3-16,1-5-1 0,-2 1-15 0,2 0 18 15,1 2-7-15,1 5-4 0,3 5-7 0,0 4 12 16,2 4-8-16,0 20-6 16,0-5 0-16,14-17 8 0,-7 20-5 0,3 8 0 15,-3 4-9-15,-7 3 3 0,18 8 6 0,-8 2-3 16,-3 2-1-16,0 5-5 0,0 3 15 16,-3 3-15-16,-4 1 9 0,0-14-6 0,0 8-3 15,0 2 11-15,-11 20-2 0,5-19-15 16,1-2 19-16,-4-1-1 0,1-3-20 15,-2-4-19-15,3-7-10 0,0-1 5 0,3-3-17 16,4 0-20-16,0 0 12 0,-10-10-9 16,10 7-2-16,-2 0 2 0,2 0 13 0,2 0-14 15,-1 0 7-15,1 3 7 0,0-3 19 16,3 2-15-16,-1 1 9 0,-1 0 5 0,12-1 20 16,-1-1-19-16,-1 2 9 0,4-1 14 0,0-2-9 15,0-1 17-15,1-2-1 0,-1 1-13 16,1-3 5-16,-2-3 2 0,-2 2 12 0,0-4-13 15,-1 3 1-15,-1-1 11 0,0-2 7 0,-4-2-4 16,0-2-6-16,0 3 1 0,-1-4 4 16,-3 2 18-16,0 0-26 0,-1 2 6 15,1 3 4-15,-4 1 7 0,3 3-5 0,-2 1-1 16,-1 3 12-16,2 2-16 0,-2 1 3 16,0 0 25-16,0 0-13 0,1 8-14 15,3 5 5-15,-1-1-1 0,-1 3 15 0,2 1-19 16,-1-1 7-16,2 1-3 0,0-3 11 15,0 0-6-15,1-1 0 0,-2-2-10 0,3 0 11 16,-1-3 4-16,-1-3 12 0,0-1 4 0,-1-3-11 16,-4 0-4-16,11-8 2 0,-1 0 11 15,-3-4-11-15,-1-1-6 0,-2 0 4 16,-3-3-3-16,1 0-4 0,-2 7-7 0,0-6 15 16,0-1-7-16,-12-19 24 0,4 18-17 15,1 1 21-15,0 1-3 0,0 5 11 0,0 1-4 16,-2 2-10-16,4 6-15 0,-1 1 14 0,6 0-7 15,-6 0-3-15,-8 11-2 0,9-2 0 16,-1 2 5-16,2 3-11 0,1 0 5 0,0 2-7 16,3-1 0-16,0-6 0 0,0 2-6 15,0 3 10-15,13 14-23 0,-8-17 13 0,4-1 13 16,1-1 0-16,-2 0-2 0,2-5 12 16,1 0-2-16,-1-2-17 0,-4-2 0 15,15-9 0-15,-7 2-1 0,2-1 8 0,-1-2 0 0,-2-2-2 16,-2-2 1-16,2-2-4 15,-1-3-1-15,-2 2 0 0,2 0 14 0,-1-2-7 16,-3 1 4-16,2 4-3 0,0-2-8 0,-3 2 15 16,2 1-20-16,-4 5 11 15,1 1 11-15,-2 3 0 0,-1 2-4 0,1 2 9 16,-4 0 5-16,0 0-12 0,0 0 2 0,11 6-3 16,-8-2 0-16,3 7 2 0,0 0-7 15,-1 0 3-15,1 1-8 0,-1 0 1 0,2-2 8 16,1 1-7-16,-4-2-3 0,0 0-8 0,0-3 17 15,0 4-8-15,2-6-5 0,-2-1 12 16,-1 0-7-16,1-2 2 0,-4-1-10 0,0 0 12 16,16-10 2-16,-6 2-2 0,0-1-2 15,-1-4-1-15,1 0-3 0,0-3 0 16,0 0-4-16,0-1 9 0,-2 2-8 0,-2-4 1 16,4 5-6-16,-3-1-1 0,1 3 10 15,-2 2-8-15,-2 2-2 0,-1 4-11 0,0-2 13 16,-2 3 0-16,2 3-8 0,-1-1 8 0,-2 1 5 15,0 0-4-15,0 0-9 0,0 0 3 16,7 11 15-16,-2-2-20 0,-2 1 11 0,1 1 4 16,0 0-3-16,2 1-20 0,1-1 25 15,0-1-17-15,0-1 13 0,3-2-3 0,-3-3-5 16,0-1-2-16,0-2 3 0,-7-1-6 0,10 0 0 16,11-12 3-16,-9 4-1 15,-3-3 1-15,1 0 0 0,-3-4-10 0,0-4 4 16,0-3 15-16,-4 0-6 0,1-1 2 0,-4-4 2 15,3-4-1-15,-3 0 0 0,2 0-9 16,-1 1 14-16,-1 3-9 0,2 3 2 0,-2 3-1 16,2 0-1-16,1 9-2 0,0 7 6 15,-2 3-5-15,6 12-8 0,-1 3 13 0,0 6 0 16,-2 3 2-16,0 3-4 0,0 2 7 16,2 2-4-16,-2 1-3 0,2 3-4 0,0-1 21 15,-1-2-12-15,4 3-14 0,1-3 14 16,-1-3 5-16,1-2-22 0,2-4 2 0,-3-4-86 15,3-1-36-15,-2-3-35 0,-2-5-84 0,-2-4 23 16,-6-4-217-16,0 0 27 0,-2-15 32 16,-6 3 29-16,-4-2 29 0,1 0 26 15,-6-2 18-15,-4-2 33 0,-3-1 4 0,0 0 8 16,-3-2-10-16</inkml:trace>
  <inkml:trace contextRef="#ctx0" brushRef="#br1" timeOffset="53808.91">20374 11300 398 0,'-24'-8'313'15,"1"1"-47"-15,2 0-32 0,4 1-28 16,0 0-18-16,8 0-14 0,3 3-21 0,6 3-15 15,0 0-15-15,20-3-4 0,-2 1-12 16,5-2-23-16,-1 1-9 0,2-2-6 0,6 1-52 16,-4-3-59-16,5 0-51 0,-2 3 7 15,0-3-264-15,-1 2 1 0,1-1 48 16,-3 3 23-16,1-2 18 0,-2 2-6 0,0 0 35 16</inkml:trace>
  <inkml:trace contextRef="#ctx0" brushRef="#br1" timeOffset="54488.79">20935 11238 256 0,'3'2'360'0,"1"1"-50"0,-1-3-35 0,-1 2-35 15,1-2-25-15,-1 0-26 0,-2 0-16 0,0 0-22 16,15-10-17-16,-5-1-13 0,-1 0-8 16,0-4-2-16,0 0-28 0,-2-3 0 0,-1-1 16 15,-2-3-14-15,-3-1-27 0,1-2 8 16,-1-1 19-16,-1 15 13 0,0-7 21 0,0 1-12 15,0-1 7-15,-11-14-2 0,10 20-5 0,-2 4-17 16,0 3-9-16,1 2-7 0,-1 3-14 16,1 1 8-16,-1 5-17 0,-3 9-1 15,3 4-14-15,-2 2 12 0,3-1-4 0,0-1-3 16,2-8-9-16,0 3 9 0,0 3-11 0,11 19 2 16,-4-19-3-16,0-1 5 0,1-3-12 15,1-2 1-15,2-2-3 0,0-1 8 16,-2-7-13-16,-9-1 1 0,7 0-3 0,11-10 1 15,-9 2-3-15,-2-4-6 0,2-3-8 16,-3-3 16-16,-1-3-7 0,-2 0 3 0,-2-5-6 16,-1 3 4-16,0-4-7 0,0 16 4 15,0-7-9-15,0-1 2 0,0 0 7 0,0 1 3 16,0 3-4-16,0 2-12 0,0 5 7 16,0 3 7-16,0 2 0 0,2 6-1 0,5 5 5 15,-1 4-1-15,3 2 1 0,0 3 3 0,0-1-4 16,0 4 14-16,0 1 24 0,0-2 0 15,-1 1 0-15,-1 0 1 0,-2 3 3 16,-1-3-3-16,0 1-5 0,-3-2-5 0,-1-10 3 16,0 3-1-16,-8 14-7 0,3-16-5 15,0-3-2-15,-1-5-3 0,1-1-13 0,1-3-1 16,-5-7-5-16,2-3-14 0,-2-4-5 0,2-1 3 16,2 0 8-16,-2 0-7 0,4 1-15 15,-1 3 16-15,2 1 5 0,1 5-6 0,0 1 3 16,0 4 8-16,1 2-3 0,1 2-1 15,-1 2 7-15,1 2 0 0,-1 15-8 16,0-8-3-16,0 3 9 0,0 6-4 0,8 23-3 16,-3-19-1-16,4-1 14 0,1 1-7 15,-1-4-14-15,1-1-50 0,1-2 8 0,-2-3-184 16,-1-4-73-16,0-4 27 0,-2-6-222 16,-6-2 46-16,0 0 41 0,8-10 27 0,-9-4 50 15,1 3 17-15,-7-19 23 0,0 3 18 0,-5-9 29 16,-1-5 8-16,-4-2-4 0</inkml:trace>
  <inkml:trace contextRef="#ctx0" brushRef="#br1" timeOffset="54617.1">20978 10698 568 0,'-9'-18'384'0,"-1"2"-80"0,3 0-38 16,0 3-33-16,4 7-16 0,2 1-40 0,1 5-21 16,3 0-26-16,0 3-74 0,5 7-52 15,4-2-79-15,0 7 8 0,1-3-278 0,0 4 21 16,-1 1 17-16,3 3 32 0,-2 1-1 15,2 1 49-15,1 1 4 0</inkml:trace>
  <inkml:trace contextRef="#ctx0" brushRef="#br1" timeOffset="55255.18">21429 10974 647 0,'9'-10'438'0,"2"1"-73"0,-2-3 23 0,-2-5-54 16,0-2-34-16,-3-2-27 0,-2-2-35 0,-1-1-33 15,3 2 6-15,-2-2-20 0,0 5-20 16,0 1-19-16,1 4 1 0,-1-1-23 0,-2 6-15 16,0 3-12-16,2 3-16 0,-2-1-7 15,0 4 4-15,0 0-26 0,0 0 5 16,4 20-6-16,-2-5-1 0,0 4-2 0,-1 2-18 0,2 1 8 16,0 1-9-16,2-1-7 15,-1 1-3-15,0-1 7 0,3 0-7 0,-2-2-10 16,2-1-8-16,1-2 19 0,-1 1-9 0,3-5-4 15,1-1 5-15,1-2-9 0,-1-4-1 16,-1-2-2-16,0-4 5 0,-10 0 3 0,21-8-7 16,-9-2-7-16,-1-3 11 0,-1 0-3 0,0-4 0 15,-5-2 0-15,2-3-7 16,-1-4 1-16,0 2 3 0,-3-2 0 0,1 2-11 16,-1 2 4-16,1 0 8 0,-1 1-1 0,-1 5-18 15,1 2 12-15,-1 5 5 0,-2 3-2 16,4 5-6-16,-4 1 14 0,0 0-4 0,6 17-5 15,-2-5-2-15,-3 2 9 0,1 0-4 0,0 2-16 16,0 1 12-16,-1-2 4 16,1 1 2-16,2-2 6 0,-1 0-5 0,-2-6 1 15,2 0-3-15,-1-4 13 0,0-1-2 0,2-1-5 16,1-1-14-16,-5-1 13 0,11-9-1 16,-1-1-1-16,0-1-7 0,0-5 9 0,1 0-7 15,-1-3-1-15,-3 3 0 0,4 1 4 16,-2 0-1-16,-2 0-5 0,0 2 0 0,-3 5 3 15,0 1-2-15,2 2 0 0,-2 3 9 16,-4 2-8-16,0 0 12 0,6 0 3 0,9 18-4 16,-8-8 12-16,2 3-4 0,-2 0-4 15,0 3-3-15,0-1-7 0,1-1 2 0,2-2 1 16,-1 0-6-16,2-1-1 0,0-4-15 16,2-1-52-16,-1-5 6 0,-7-1-133 0,3 0-41 15,12-17 22-15,-13 5-312 0,-3-3 21 16,2-3 23-16,-6-6 62 0,0 13 44 0,0-8 11 15,-14-26 45-15,4 12 14 0,-3 0 32 0,-1-2-5 16,-3-5 26-16</inkml:trace>
  <inkml:trace contextRef="#ctx0" brushRef="#br1" timeOffset="55394.37">21823 10351 214 0,'-22'-5'435'0,"1"-1"-84"16,-1 4-32-16,6-2-42 0,-1 1-24 0,6 3-25 15,11 0-43-15,-7 0-26 0,7 0-61 0,-4 0-68 16,-1 8-97-16,8-7 5 15,3-1-314-15,7 5 43 0,1-1 25 0,6 0 35 16,-2 1-12-16,1 1 46 0,1-1 19 0</inkml:trace>
  <inkml:trace contextRef="#ctx0" brushRef="#br1" timeOffset="55531.36">22059 10420 301 0,'12'0'397'0,"-4"0"-16"0,-2 0-7 15,2 0-65-15,-2 0-29 0,1 0-55 16,4-8-115-16,-9 5-109 0,-4 2-1 15,-2 0-336-15,0 0-10 0,-12 7 57 0,-5-3 20 16,-3 6 29-16,-7 3 11 0,-4 4 2 0</inkml:trace>
  <inkml:trace contextRef="#ctx0" brushRef="#br1" timeOffset="56556.89">18453 13058 456 0,'-1'2'282'15,"-2"0"-37"-15,1 0-17 0,1 0-20 0,-1-1-11 16,0 0-12-16,2-1-19 0,0 0-7 16,0 0-17-16,0 0-3 0,-6-17-28 0,5 5 2 15,-3-3-12-15,0-1-9 0,-2-3-9 0,0-1 2 16,-1-2 1-16,-2 1-30 15,0-4-9-15,-1 0 11 0,-1 0-23 0,0 0 0 16,1 4-2-16,3 3-5 0,-1-1 0 16,1 2-5-16,2 6 6 0,2 3-15 0,3 4 0 15,-2 3 3-15,4 2 9 0,-2 3-15 0,5 7 2 16,2 3 0-16,2 3 4 0,0 1-11 16,1 2 4-16,-2 1 1 0,6 2 9 15,-2-2-19-15,2 1 6 0,-1-1-1 0,0-3 9 16,-1 0 9-16,0-2-23 0,0-2 1 0,1 0 0 15,-2-6 6-15,1-2-5 0,-2-1 12 16,-10-5 7-16,8 0-28 0,9-10 7 16,-12 1 0-16,0-6 3 0,-1 1-6 0,-1-4 14 15,-2-1-13-15,-1 9 27 0,0-7-30 16,0-3-7-16,-11-20 18 0,7 19 4 0,3 3-17 16,-1 4 2-16,-1 1 7 0,2 2-14 0,0 5 2 15,1 1 2-15,-1 2 7 0,3 5-8 16,2 1 8-16,-3 1-1 0,6 9-1 0,3 0 2 15,-4 0-2-15,3 2 0 0,-1-1 0 16,2 0 24-16,1-2-29 0,-2 0 4 0,2-3 2 16,-1 0 7-16,1-3-10 0,-2-4 5 15,-3-1-10-15,-6-1 29 0,6 0-12 0,11-8-10 16,-10-3 0-16,1-2 15 0,-2-2-18 16,-3-4-1-16,0-2 18 0,-2-1-15 0,-1 0 3 15,1 3-8-15,-1 11 5 0,0-5-1 16,0 2 17-16,0 1-22 0,0 2 6 15,0 8 6-15,2-6 18 0,3 19-10 0,1 4 10 16,0 2 28-16,2 6-33 0,2 2 0 16,0 3 1-16,1 3-1 0,2 4-2 0,-2 1 3 15,1 2-2-15,-1 5 3 0,0-4 8 16,1-1-17-16,-2-5 2 0,-2-3-1 0,0-3 15 16,-1-5-4-16,-1-2 39 0,-1 1 36 15,-1-6-15-15,0-1-7 0,-4-16 3 16,0 0-17-16,-9 5-7 0,0-16-15 0,1-2 11 15,-4-1-31-15,-1-6 20 0,-2-3-9 0,-1-7-14 16,-3-4-2-16,-1-3-12 0,-2-11-18 16,1-1-3-16,0-1 0 0,3 2 5 0,2 4 10 15,3 3 2-15,3 5-1 0,3 1-10 16,5 8 0-16,2 14 2 0,0-4-3 0,17-15 1 16,-2 22 2-16,3 4 0 0,1 3 2 15,-10 3 6-15,18 14-4 0,-10-4 2 0,-2 4 9 16,0 1 0-16,0 1-17 0,-5 3 0 0,-1 2 1 15,-3 2-14-15,-2 1-25 0,-2-1-18 16,-1 3-34-16,-1-16-11 0,-9 20-31 16,1-11-19-16,-2-3-38 0,-3-1 20 0,-1-5-159 15,-1-3-67-15,2-2 15 0,0-1 60 16,6-1 19-16,2-2 14 0,3 1 7 0,2-1 47 16</inkml:trace>
  <inkml:trace contextRef="#ctx0" brushRef="#br1" timeOffset="57570.12">18963 12994 365 0,'22'-6'233'16,"-3"-2"-12"-16,0-1 3 0,-3 1-20 16,0-3-11-16,-2 0-21 0,0-3 4 0,-4 0-24 15,1-1-10-15,-4-1-8 0,-4 0 2 0,1-3-27 16,-4 9-11-16,0-6-12 0,-12-21-6 16,4 14 4-16,-2 2-24 0,-2-1-4 15,0 1-3-15,-2 4 16 0,2 2-19 0,0 1-9 16,-3 4 5-16,2 1-11 0,-2 5-5 0,5 4 13 15,3 0-18-15,-10 15-1 0,10-1 3 16,0 3-13-16,5 4 2 0,2 3 0 0,0-11 13 16,0 3-23-16,0 4 4 0,14 24-4 15,-4-24 3-15,-1 0 2 0,2-1 14 0,-1-3 3 16,2-5-21-16,3 2 0 0,-3-7-1 16,4-3 21-16,-9-3-25 0,3 0 18 0,14-21-18 15,-14 6 13-15,0-6-17 0,-1-1 1 16,-2-4 3-16,-3-4 16 0,-2 0-23 0,-2 15 1 15,0-13 3-15,-10-38-5 0,2 22 0 16,-4-2 2-16,0 2 3 0,1 5 10 16,1 4-16-16,0 5 1 0,1 5 1 0,1 4 12 15,1 3-17-15,0 6 7 0,3 7-1 0,4 5 14 16,-4 13-14-16,5 4 2 0,-1-6 8 16,9 20-19-16,-3-6-3 0,2 2-9 0,2 3-9 15,2 1-1-15,0 0-7 0,1 4-7 16,4-4-8-16,3 2 0 0,0-4-7 0,-1-1 11 15,1-3-1-15,1-5 10 0,0-3-7 16,-1-3-7-16,0-2-1 0,0-3 15 0,2-3-2 16,-4-5 4-16,-9-1 2 0,15-12 16 15,-9-1-9-15,-3-1 2 0,-3-2 1 0,-1-2 15 16,-7-2-7-16,-1 0 7 0,0 9-4 0,0-6 3 16,-10-17 28-16,2 15 10 15,2 1 10-15,-1 2 7 0,1 2-5 0,1 3 2 16,-1 6-2-16,1 0-3 0,2 5 1 0,3 0-10 15,0 0-1-15,-7 9-1 0,6 5 3 16,0 2 0-16,1-7 5 0,0 5-10 0,0 4-6 16,0-2 3-16,11 21 5 0,-6-18-5 15,-1-5-1-15,3 2 2 0,0-4-2 0,3-1 7 16,0-2-9-16,0-4 1 0,-2-2-3 16,-1-3 3-16,-7 0-4 0,6 0 4 0,9-11-5 15,-8 3-2-15,2-5 6 0,-5-1-8 0,2-3-1 16,-4 1 4-16,1 1-4 0,0 0-2 15,-3 4 9-15,0 1-10 0,1 3 0 0,-1 2 0 16,2 1 0-16,-2 1-2 0,0 1 6 16,0 2 0-16,7 12 2 0,-2-1 3 15,3 4-5-15,-3 1 1 0,1 1-1 0,2 1-2 16,2-1 1-16,0-2 0 0,3-1 5 0,-1-1 4 16,4-5 18-16,4-2-5 15,-5-6-10-15,-6 0-1 0,16-12 1 0,-11 0-6 16,2-2 17-16,-1-3-19 0,-1-4-1 0,-1-2 6 15,-3-1 0-15,-2-9 1 0,-2-4 0 16,-3-3-14-16,-3-3 2 0,0 21 6 0,-9-49-13 16,1 25 1-16,-1 1 3 0,1 3 6 0,-3 6-8 15,1 3 24-15,3 6-23 16,0 4 10-16,1 6-10 0,-3 4 12 0,5 8-7 16,4 5 8-16,-5 10-15 0,5 9 8 0,0-9 0 15,0 9 13-15,8 33-18 0,-2-13 4 16,1-1 19-16,0 5-15 0,0-4-10 0,1 1 2 15,2-2-1-15,-1-3-11 0,3-4-15 0,1-2-7 16,0-3-20-16,-2-6-13 0,-1-5-42 16,1-1-41-16,-1-4 13 0,-3-7-95 15,-7-3-53-15,0 0-69 0,0-9 37 0,-3-1 14 16,-2-4 29-16,-4-2 5 0,-1 1-14 0,-5-2 36 16</inkml:trace>
  <inkml:trace contextRef="#ctx0" brushRef="#br1" timeOffset="58556.01">19689 12502 229 0,'-14'-11'219'0,"-2"0"-31"16,2 4-45-16,3 2-1 0,1 4-3 0,10 1-13 15,-7 0 9-15,-3 8-10 16,9-3-19-16,1 0-7 0,0 1-4 0,4 5-7 0,2 2-11 16,2-2-2-16,2-2 6 0,1-1 13 15,3-1-12-15,5-4 11 0,0-1-3 0,-9-2-7 16,6 0-3-16,19-13-9 0,-15 6 3 16,-2-4-4-16,3-1-3 0,-1-3-14 0,1-1-7 15,0-2-2-15,-1-5 6 0,0-1 0 16,-2 0-19-16,-1 3-2 0,-3 1 29 0,1 2-3 15,-3 2-7-15,-1 1 23 0,-3 3-25 16,1-1-10-16,-5 7-1 0,2 4 6 16,-6 2-1-16,0 0 5 0,11 10 1 0,-7 3-10 15,-1 4 19-15,1 1-38 0,-1 2 7 16,0-1 0-16,1 0 3 0,-1 0-10 0,1 4 0 16,0-4 25-16,2-1-25 0,-2-2-9 15,2-2 4-15,1-1 0 0,2-4-5 0,-1-2 15 16,3-4-25-16,-4-1 10 0,-7-2 0 0,21-7-6 15,-8-2 3-15,0-4 1 0,-2 0 20 16,0-3-32-16,1-2 7 0,-3-4-7 16,0 0 14-16,-2 1-18 0,0 0 14 0,-3 2 2 15,3 0 1-15,-2 2 11 0,-3 2-11 16,3 3 31-16,-3 3-30 0,0 5 19 0,-1 2 1 16,-1 2-22-16,0 0 2 0,0 0-3 15,2 14-1-15,-4 4 10 0,2-9 0 0,0 6 21 16,0 2-2-16,0 1-3 0,13 19-5 15,-6-19 0-15,0-3-12 0,-3 0 0 0,6-3 4 16,-1-1 2-16,0-2 3 0,1-2 0 16,-3-4-11-16,0-1 20 0,-7-2-10 0,9 0 0 15,8-14 1-15,-10 4-5 0,-2-2-5 16,1-3 5-16,-4-4-7 0,-1-5 3 0,-1 11-10 16,-9-25-1-16,2 11 2 0,0 3-3 15,-4 0-1-15,0 0-8 0,2 5-1 0,-1 1 15 16,-1 2-10-16,0 3 5 0,-2 4-12 15,3 4 14-15,3 4 5 0,7 1-2 0,-15 8-9 16,6 3-4-16,2 2 13 0,3 4 0 16,1 5-1-16,0 0 7 0,2 1-11 0,1-13 9 15,0 6-3-15,11 24 4 0,-5-23-12 16,1 0 0-16,3 0 9 0,-2-1-10 0,4-4 0 16,0-4 11-16,0-1 2 0,0-2 2 0,-5-5-12 15,5 0 17-15,13-13-6 0,-11 0-3 16,-3 1-4-16,3-3 23 0,-2-4-6 15,0-2-4-15,0-2 0 0,-2 1 7 0,-1 0-7 16,1 0-13-16,-3 2 11 0,0 1 0 16,0 3-5-16,0 0-15 0,-1 4 19 0,-4 4-12 15,2 3 2-15,-1 2 7 0,-1 3 4 16,-2 0 4-16,0 0-6 0,7 8-3 0,-2 3 12 16,-3-3-8-16,0 0-9 0,2 4 3 0,0 0 9 15,0-2-19-15,-2-3 6 0,-1 0-2 16,4-2 15-16,-3-2-2 0,1 0-6 15,0-3-5-15,-3 0 15 0,13-8-9 0,-8-2 2 16,4-1-14-16,-1-2-2 0,-1-1 13 0,0 0-3 16,-1 1-13-16,0 0 9 0,-1 3 3 15,0 4 7-15,-1 0-13 0,-1 4-8 16,-3 2 14-16,0 0-4 0,4 0 6 0,9 18 0 16,-9-6 2-16,1 4-3 0,1 5-2 15,0-3-1-15,-1-1 4 0,1 0-4 0,2-1-14 16,1 1 10-16,-1-6-4 0,4-2-15 15,-3-2 1-15,-2-4-125 0,-7-3-54 0,23-13 17 16,-17 1-320-16,-1-1 19 0,-5-3 42 16,0 7 47-16,0-5 20 0,-17-20 24 0,5 11 19 15,-4-4 31-15,-4-2 31 0,-2-5 10 16,-6-4 5-16,-3 2 33 0,0 3-22 16</inkml:trace>
  <inkml:trace contextRef="#ctx0" brushRef="#br1" timeOffset="58657.55">20435 11873 474 0,'-26'-9'315'0,"4"-1"-54"16,2 4-37-16,0 1-30 0,6 4-23 15,14 1-15-15,-6 0-56 0,-1 8-96 16,9-4-1-16,3 7-306 0,5-3 7 0,0 1 34 16,4 1 14-16,3 0 15 0,3 0 6 15</inkml:trace>
  <inkml:trace contextRef="#ctx0" brushRef="#br1" timeOffset="59098.83">21068 12025 456 0,'8'10'503'0,"-3"1"-70"0,0 4-20 16,-1 1-37-16,-1 4-36 0,1 2-40 15,-1 2-27-15,1 5-39 0,1 3-16 0,3 6-17 16,-1-1-28-16,0 1-5 0,1 0-31 16,0-1-11-16,0-2-2 0,0 0-16 0,-1-3-23 15,0-5-1-15,1-1-7 0,-3-2-2 16,1-5-13-16,-1 0-13 0,1-6-4 0,-3-4-3 15,1-4-2-15,-4-5-7 0,0 0-1 16,3-20 0-16,-3 2-11 0,0 8-10 0,-10-22-11 16,3-3-10-16,-4-5 5 0,-2-3-3 15,-1-6 5-15,-3-3-8 0,1-3-6 0,1 0 8 16,1 5 6-16,3 2-4 0,1 5-4 16,3 4 11-16,2 4-5 0,4 9-1 0,1 14-6 15,0-4 15-15,15-16-13 0,-5 22 4 16,3 5-6-16,0 4 17 0,-6 1-9 0,17 11 4 15,-9-1-6-15,-5 6-3 0,0 1-3 16,-3 2 10-16,-4 2-6 0,-3-8-4 0,0 4-5 16,-10 25-23-16,1-18-6 0,-2-1 5 15,0-3-57-15,-2-2-32 0,-2-7-47 0,-1-3-48 16,3-3 21-16,6-5-133 0,7 0-84 16,-6 0 7-16,-4-18 23 0,8 4 30 0,2 6 20 15,0-6 34-15,13-19 22 0</inkml:trace>
  <inkml:trace contextRef="#ctx0" brushRef="#br1" timeOffset="60250.85">21202 11730 283 0,'5'-32'424'0,"-2"3"-52"0,1 2-1 15,-1 5-48-15,1-2-26 0,-1 5-37 0,0 3-27 16,-2 6-28-16,2 5-23 0,-1 5-15 16,-2 0-15-16,6 21-12 0,0 0-19 15,-1 1 8-15,0 5-17 0,2 3-11 0,-1 3-11 16,-1 2 6-16,1-2-24 0,1-1-10 0,0 1-2 15,0-2-16-15,-1-1 3 0,2-6-2 16,-1 0-5-16,0-4 0 0,1-3-7 16,3 0 12-16,-2-6-15 0,1-3 2 0,0-5-15 15,-1-3 8-15,5-7-1 0,1-6-11 16,-2 0-5-16,3-3 12 0,-1-3-4 0,-1-2-1 16,0-1-5-16,0 2 0 0,0 0-4 0,-1 1-12 15,-2 1 19-15,-1 4-8 0,1 3-21 16,-1 1 25-16,1 6-6 0,0 4 0 15,-11 0 4-15,19 7 1 0,-9 3-20 0,1 1 17 16,-2 0 2-16,2 2-9 0,-1-2 7 16,1 2-4-16,3-3 20 0,-4 0-5 0,5-3 5 15,-1-2 5-15,0-2 0 0,2 0-2 16,-8-3-7-16,18-11-10 0,-9 4 14 0,0-3-3 16,-2-3-8-16,2-3 7 0,-3 0-1 15,-1-2-6-15,-3-2-4 0,-3 0-14 0,0-1 16 16,-3-1-5-16,-1-1 2 0,-3 4-11 0,0 9 11 15,0-3-2-15,0 0-13 0,-12-9 20 16,8 16-8-16,-1 2 0 0,0 4-3 0,0 2-9 16,5-2 14-16,-19 13-2 0,11-2-8 15,-1 6 15-15,1 0-8 0,1 1-2 0,0 0-1 16,1 3-3-16,1-6 12 0,3 0-7 16,1 1 1-16,1 0-10 0,0-12 19 0,0 3-9 15,0 1-2-15,0-3 3 0,8 4 4 16,-3-8-5-16,-1-1-8 0,0-1 12 0,9-5-1 15,-2-1 0-15,2-5 2 0,-2 1-6 16,0-4-8-16,1 1 15 0,-1-2-8 16,-3 1 2-16,1 2-10 0,-2 3-1 0,-2 0 9 15,0 3 1-15,-1 3-8 0,-1 0 10 16,0 2-4-16,-3 2-7 0,0 0 4 16,0 0 13-16,14 14-5 0,-10-7-2 0,-1 0-5 0,1 3 10 15,3 0-4-15,0-1-8 0,-1-1 4 16,1-3 18-16,-2 0-24 0,2-4 25 15,2-1-9-15,-2 0 12 0,14-8-12 0,-8-1-8 16,1 0 9-16,-2-4-1 0,1-2-4 0,-3 1 0 16,0-4 10-16,-2-3-15 0,1-6 8 15,-2 0-7-15,-2-1 5 0,0 1-9 0,-4-1-1 16,2 4 12-16,0 2-3 0,-2 1-2 16,2 2-1-16,-3 11 11 0,0-2-8 0,0 0-1 15,0 3-6-15,0 7-2 0,8-5 15 16,-5 8-7-16,3 7-2 0,1 3-3 0,0-1 8 15,0 4-2-15,3 1-3 0,2-2-5 16,0 4 9-16,2-1 0 0,-3-3-7 0,2 0 0 16,-2-1 8-16,-1-1 4 0,-2 0 0 15,-1 0 13-15,-7-4 3 0,0-9-1 16,0 8-8-16,-18 10 5 0,7-11 0 0,-6-3-4 16,3 1-2-16,-2-3 0 0,1-1-3 15,1-1-11-15,4 0 2 0,0 2 13 0,3-1-10 16,3-1-4-16,0 0-4 0,4 0 2 0,0 0 2 15,0 0-7-15,-2-4 7 0,5 2-1 16,7-1 1-16,2-2 0 0,3-2-2 0,-1 1 4 16,1-2-4-16,5-1 2 0,0-1-7 15,-1-1 5-15,3-3 1 0,-3 1-2 0,0-3 5 16,-3 2-1-16,0-2-6 0,1-1 9 0,-4 0 0 16,-2-1-5-16,-4-2-2 0,0 2-8 15,-1-2 11-15,-5 2-2 0,-1 2 1 16,0 5-7-16,0 11 14 0,0-7-8 0,0 1-2 15,-10 1 1-15,6 5-7 0,-6 8 7 16,3 2-5-16,-3 2-2 0,5 1 9 0,0 2-10 16,2-1 8-16,2 0-2 0,1-7-18 0,0 2-29 15,13 13 4-15,-3-11-127 0,4-6-106 16,7-5 26-16,-10 0-259 0,5 0 13 16,23-10 63-16,-12 3 48 0,-2-1 16 15,2-2 16-15,0 1 42 0,-2-1 23 0,-1 1-2 0,2-2 58 16,0 1-4-16</inkml:trace>
  <inkml:trace contextRef="#ctx0" brushRef="#br1" timeOffset="60385.39">22947 11330 631 0,'7'-1'620'0,"-1"-2"-105"0,-2 3-49 0,0-1-52 16,-1-1-54-16,0 2-44 0,-1 0-37 16,0 0-55-16,1-1-113 0,0 1-11 0,-2-1-237 15,1 0 13-15,-2 1-319 0,1 0 12 16,-1 0 59-16,0 0 9 0,0 0 50 0,0 0 19 15,-10-5 47-15,-2-1 7 0,0 0 30 16,-3-1-1-16,-1-1 30 0,2 1-12 16</inkml:trace>
  <inkml:trace contextRef="#ctx0" brushRef="#br1" timeOffset="111571.3">21276 9624 419 0,'0'-7'284'0,"0"-2"-58"0,0-1-29 16,9-5-17-16,-4 11-12 0,0 1-24 0,1 3-15 15,5 4-11-15,-1 3-12 0,3 6-10 16,0 1-22-16,-2 0 5 0,-1 2-7 0,0-1-9 16,-2 2-5-16,1 1 0 0,-2-1 9 15,0 0 0-15,-3-2 5 0,-1 0 13 0,-1-4-1 16,-1 0 3-16,0-6-5 0,-1-5-5 16,0 0-15-16,0 6-3 0,0-6-4 0,-3 5 8 15,2-7-27-15,1-1 1 0,-3-10-3 16,3-4 10-16,0 7-24 0,0-7-13 0,0-1-8 15,10-22-15-15,-6 19-15 0,4 1-6 16,1 1-21-16,1 1-22 0,-2 1-24 0,1 2-8 16,5 1 11-16,-4 1-142 0,-1 4-115 15,-4 3 9-15,2 4 18 0,-2 0 19 0,-1 2 20 16,-4 0 26-16,0 0 5 0,5 0 0 16</inkml:trace>
  <inkml:trace contextRef="#ctx0" brushRef="#br1" timeOffset="133264.62">12981 11939 277 0,'1'0'245'0,"0"0"-5"15,0 0 6-15,-1 0-18 0,0 0-19 16,0 0 5-16,0 0-15 0,0 0-21 0,0 0-3 16,0 0-14-16,0 0-10 0,0 0-8 15,0 0-9-15,16-6 5 0,-14 4-8 0,3-8-10 16,0 1-13-16,2-6-8 0,-3-3-5 15,0-3-11-15,-1 0-9 0,0 0-14 0,-2-2-2 16,2-2-12-16,-3-2 1 0,0 2-17 16,0 13 4-16,0-6-3 0,0-2-3 0,0-1-6 15,-11-16-1-15,8 24-3 0,-4 4-2 16,0 5 15-16,0 5-36 0,-2 7 10 16,-2 6 0-16,1 3 2 0,2 5-5 0,-1 0 3 15,1 3-12-15,1 2 35 0,4-1-39 0,-1-2 14 16,2 2-2-16,2-14 6 0,0 5-6 15,14 16-3-15,-4-19 24 0,3 1-33 0,2-5 11 16,1-1-14-16,4-4 23 0,1 0 7 0,0-1-19 16,3-1 0-16,0-1-1 0,-2 1 1 15,0-3 8-15,-4 5-14 0,-3 0 6 16,-2-1 2-16,-3 3-10 0,-3 3 0 0,-4 2 1 16,-1 0 14-16,-2-5-15 0,-9 14 20 0,0-7-7 15,0 3 5-15,-4-1-5 0,0-1-3 16,0 0 3-16,1-1-2 0,-1 1-5 15,2-3 4-15,1 1 1 0,1-5-3 0,2-2 27 16,7 0-35-16,0-6 8 0,0 0-7 16,6 4 2-16,4-8-9 0,2-4 1 0,0-4-4 15,0-2 8-15,2-2-14 0,1-1 2 0,1-3 0 16,1-4-3-16,-2-4 7 0,-1-2 2 16,0-3 24-16,-1-1-30 0,-5 1 23 15,1-2-12-15,-2 0 13 0,-3 1 10 0,-3 2-23 16,-1 15 2-16,0-7 8 0,-13-34 31 15,5 27-23-15,1 2 17 0,-2 5 12 0,2 3 4 16,0 1-3-16,0 0 27 0,2 4-21 16,-3 5 4-16,4 3 8 0,4 8-24 0,0 0 1 15,0 21-7-15,6-2 7 0,1 2-6 16,2 6-7-16,2 2-6 0,1 4-4 0,4 3 16 16,1-2-16-16,0 2 9 0,4 0-8 15,-2-2 1-15,0-2-2 0,-1-2-8 0,-2-5 5 16,0-3-10-16,-4-2-1 0,1-1-4 15,-4-3-12-15,2-2 3 0,-3-3 12 0,-4-6-11 16,-4-5 2-16,-4 2 1 0,0-4 2 0,-2 1 0 16,-11-3-4-16,-4-3-4 0,0 0-3 15,1 2-3-15,-5 0-7 0,2 0 14 0,-4 2 3 16,2 0 28-16,-1 1-30 0,-1 1 7 16,0 1-4-16,17 0 12 0,-6 0-6 0,2 0 20 15,-12 10-35-15,19-4 4 0,5-1 11 16,4 0 3-16,6 3-4 0,5-4 6 0,2 0-3 15,5-4 29-15,-7 0-29 0,4 0 2 16,26-9 1-16,-16 2 9 0,2-5-16 0,0-2 8 16,2-6 9-16,-1 1-19 0,-2-4 1 15,-1-3 12-15,-1 0 19 0,-1 1-24 0,-3 0 5 16,-4 2 4-16,-4 1 4 0,-1 0 18 0,-4 3-36 16,-3-1 16-16,-4 0 4 15,-2 12 4-15,0-3 10 0,0-1 3 0,-16-7-7 16,9 13-2-16,0 5 17 0,0 3-4 0,-3 5-20 15,1 3-2-15,-3 7 0 0,3 1-14 16,1 6 14-16,1-1-2 0,2 1-4 0,1 1 0 16,3 0 4-16,1-13-1 0,0 7-2 15,0 1-1-15,10 18 18 0,-3-21-4 16,2-5-22-16,1-2-1 0,1-4 2 0,-1-6-1 16,-5 0 1-16,14-11 0 0,-7-1 1 0,0-1-14 15,-1-5 2-15,0 0 4 0,0-5-3 16,-2 0-13-16,-1-2 13 0,1 0 4 0,-3 4 7 15,0 2-10-15,-2-3 6 0,-1 4 2 0,0 2 1 16,-1 7 30-16,-1 2-39 0,-1 3 4 16,0 2 8-16,0 2-1 0,0 0-2 15,0 0 26-15,0 12-36 0,4 2 9 16,-2 0 4-16,4 1 6 0,1 0-13 0,2 0 6 16,-2 2-5-16,4-3 9 0,1-1 3 0,2-3-2 15,2-3 0-15,-1-3 0 0,3-4 2 16,-9 0 3-16,17-11-2 0,-9-1 34 0,1-2-4 15,2-8-35-15,0-3-2 0,1-1 2 16,-2-7 0-16,-2 0 3 0,-1-1-1 0,-1-5 0 16,-3-2 1-16,-3-2-3 0,-4-2 11 0,-2 0-23 15,-3 18 11-15,0-11 4 0,-16-51-13 16,5 41 9-16,0 2 1 0,-2 4 4 16,-1 3-3-16,-1 8 8 0,0 4 8 0,0 4-16 15,-2 7 0-15,0 7 20 0,1 7-3 16,9 2-2-16,-8 21 5 0,8-4-10 0,0 5 17 15,4 7-4-15,3-11 6 0,0 9 11 0,10 40-14 16,-1-25 4-16,3 6 4 0,3-3-8 16,3-1 14-16,1-3 9 0,1-5-8 0,1-3-7 15,4-6-3-15,-1-3 2 0,2-5-13 16,2-6 1-16,-2-6-6 0,-12-7 5 0,27-7-6 16,-15-4 2-16,-4-2-3 0,-1-5-8 15,-4-4-14-15,-1 0 14 0,-6-4-25 0,-5-2-3 16,-3 1 7-16,-2 13 6 0,0-8-13 15,-10-23-3-15,3 26 16 0,0 2 2 0,-3 7-1 16,3 4 8-16,7 6-14 0,-14 8 10 16,9 8-4-16,1 3 4 0,3 3 2 0,1-9 4 15,0 8 13-15,15 26-13 0,-6-18-10 16,3-3 13-16,0 0-16 0,2-4 11 0,1-3-22 16,3-3-11-16,-1-4 2 0,2-3-110 0,7-9-70 15,-16 0 21-15,16-9-271 0,-14-3-3 16,0 0 51-16,-7-3 28 0,-5 0 21 15,-9-2 1-15,-3 3 72 0,-7-4-6 0,-5-1 31 16,-7-2 42-16,-5-1-55 0</inkml:trace>
  <inkml:trace contextRef="#ctx0" brushRef="#br1" timeOffset="133451.04">13771 11262 770 0,'-7'4'496'0,"7"-4"-92"0,0 0-56 16,24 1-42-16,0-11-47 0,4-2-12 15,6-5-36-15,5-4-21 0,3-2-30 0,4-2-35 16,3 2-13-16,-2-2-179 0,-1 1-86 16,-2 0 15-16,1 1-263 0,-3 2 9 15,-6 0 22-15,-5 1 25 0,-6 3 53 0,-4-1 16 16,-4 2 11-16,-7 0 12 0,-4 0 47 0,-6 9-12 16</inkml:trace>
  <inkml:trace contextRef="#ctx0" brushRef="#br1" timeOffset="135305.89">8968 8813 345 0,'-21'-27'157'15,"-3"0"-35"-15,0-2-4 0,-3-3-22 0,-3 4-27 16,-6-4-9-16,-5 2-55 16,-4 1-10-16,-5 1-17 0,-5 1 6 0,-3 3-6 0,-5 3 0 15,-4 2 24-15,-3 2-72 0,-3 6-51 16,-4 4-108-16,-16 6-21 0</inkml:trace>
  <inkml:trace contextRef="#ctx0" brushRef="#br1" timeOffset="143299.28">22868 3936 293 0,'0'0'221'0,"0"0"-8"0,0 0-19 16,-5 0-7-16,-4-7-19 0,8 6 11 0,-2-2-21 16,-4-4 8-16,1 1-10 0,-1-1-7 15,2 1-9-15,-4-2-2 0,2-2 6 0,0 2-14 16,-3 0-11-16,2-3 23 0,-3-1-47 0,-2 0-2 16,0 1-4-16,-4-2 7 0,0-1-30 15,-4 1 6-15,-8-3-6 0,-2-1-6 16,-5-1-12-16,-2 0-2 0,-7 0 0 15,-3 0-5-15,-7 0 17 0,-3 4-33 0,-5-2 27 16,-3 0-29-16,-3 3 11 0,-14 1-16 0,-2 2 10 16,0 0-23-16,0 3 6 0,0 0-2 15,-1 6-4-15,43 1 7 0,-21 0-8 0,-84 9 0 16,68 0 1-16,1 4 15 0,-3 8-9 16,3 1-12-16,5 4 2 0,0 1 0 0,4 0 0 15,2 3 0-15,4 0-9 0,3 3 9 16,1 0 1-16,8 2 7 0,3 2-12 0,2 3 6 15,7 2 25-15,4-3-5 0,5 3-33 16,3-2 10-16,6 2 2 0,3 0 6 0,7-1-12 16,3 1 5-16,5 0 0 0,4-22 1 0,13 45 0 15,3-20 2-15,7 0-1 0,4-3 3 16,4 0-1-16,4 0-13 0,3-3 14 0,6-2 4 16,6-1-13-16,1-6 7 0,11-4 1 15,12-2 0-15,4-5 4 0,6-5-14 0,2-6 13 16,7-3 0-16,0-5-4 0,-46 0 2 15,97-13 20-15,-45-4-24 0,-1-2 3 0,60-21 1 16,-8-10-6-16,-32 9 5 0,-22 1-3 16,-14 1 2-16,-3-2 4 0,-3-4-9 0,-6-4 1 15,1-3 5-15,-8-3-14 0,-5 0 10 16,-5-2 5-16,-5-7-7 0,-7-1 1 0,-6 2 25 16,-6 0-38-16,-7 4 10 0,-1 1 2 15,-7 6 7-15,-4 2-14 0,-3 2 24 0,-5 7-21 16,-2 22-3-16,-16-33-5 15,-3 23 1-15,-8 4-45 0,-10 5-22 0,-1 5-17 16,-10 1-23-16,-3 6-26 0,-5 4-36 0,-2 3 17 16,29 1-131-16,-63 8-93 0,27 2-8 15,3 1 64-15,3 1 21 0,4 4 15 0,3-1 4 16,3 3 61-16,5-2-1 0</inkml:trace>
  <inkml:trace contextRef="#ctx0" brushRef="#br1" timeOffset="143431.48">22058 3897 329 0,'3'1'129'0,"-2"1"-19"16,-1-2-324-16</inkml:trace>
  <inkml:trace contextRef="#ctx0" brushRef="#br1" timeOffset="146881.54">19897 8997 484 0,'2'-2'235'0,"-1"0"-21"15,1 1-26-15,-1-1-25 0,-1 2 1 16,2-2-21-16,-1 1 0 0,0 1-12 16,1 0-7-16,-2 0-1 0,0 0-8 0,0 0-4 15,15 14-1-15,-5-4-5 0,0 3-6 0,1 3-11 16,2 3-9-16,2 3 9 0,1 3 11 16,1 3-30-16,0 2 0 0,1 2-4 15,2 2 13-15,1 2-21 0,0 1 6 0,0 1 0 16,3 4 12-16,2-1-26 0,-2 2 5 15,0-3-5-15,-2 0 3 0,-1-3-13 0,3 0 1 16,-3-1-4-16,-1-4-5 0,-2 0 1 16,-1-3-18-16,2-1 10 0,-7-3 3 0,2-2-12 15,-1-3 4-15,-2 1 1 0,-1-2 1 0,0-3-17 16,-1 1 20-16,-2-4-8 0,0-2 3 16,-2-2-6-16,-2-2 5 0,0-1-1 0,-2-2 22 15,2 0-2-15,0-1-31 0,-2 0-8 16,-1-2 7-16,3 1 0 0,-3 0-2 0,2 0 3 15,-2-1-2-15,0 1 0 0,1-1 0 16,0 0-3-16,-1 0 3 0,3-1 13 0,-1 0-16 16,1 0 1-16,-1 2 21 0,2-2-3 15,-1 0-21-15,2 0 1 0,-5 0-2 16,9 0-2-16,6 0 8 0,14-8-1 0,-12 6-10 16,0-1 0-16,1 1 11 0,3-1-3 0,0-2-1 15,2 1 8-15,0 0-2 0,2 1 0 16,0 0 8-16,2-2 14 0,1 2-11 0,3 0 1 15,0-2-9-15,2 2 11 0,-1 0-1 0,1-1-7 16,0 0 12-16,2 0-19 0,4 0 3 16,-3 1-3-16,3-2 18 0,0 0-1 15,2 1-4-15,-2 2 13 0,1-3-22 0,3 2 15 16,-1-1-10-16,0 2 1 0,-1 0-11 0,2-1 5 16,-2 0 8-16,-1 0-10 15,-1 1 6-15,0-2-4 0,-1 2 1 0,-5-1 7 0,2 3-15 16,-4-3-3-16,-2 2 4 0,0-2 8 15,-3 1-3-15,-3-1-6 0,1 0 1 16,0 2 3-16,-4-1 2 0,-3 1-4 0,-2 0 4 16,-2-2-8-16,-3 1-10 0,-5 2 21 0,1 0 0 15,-6 0 13-15,0 0 6 0,7 0 9 16,-7 0-2-16,4 0-13 0,-4 0-4 0,0 0-1 16,10 9 4-16,-10-5 2 0,0-2-10 0,1 4-3 15,1 5 5-15,-2 4-7 16,4 1 1-16,-3 1 7 0,1 5-8 0,2 2-3 15,-1-1-2-15,0-1 6 0,1 6-3 16,2 1-3-16,-2 2-5 0,1 1 5 0,0 1 1 16,-1 2-3-16,0-1 3 0,0-1 0 15,-2-1-7-15,2 2-8 0,-1-1 8 0,0-1 1 16,-1-3 8-16,0 1-4 0,1 2 2 16,-2-4-6-16,2 0 0 0,-3-3 2 0,3 1 5 15,-2 0-7-15,1-4-9 0,0 1 5 0,-2 0 3 16,0-2 7-16,2-3-19 0,-1-2 12 15,-1 1 3-15,3-3 4 0,0 2-6 16,0-5 0-16,-1 0 7 0,3 1-5 0,-2-2-8 16,2 0 1-16,-1-5 14 0,1 1-1 0,0-2-4 15,8 0-4-15,-2-1 0 0,2-3-6 16,-6 0 2-16,4 0 5 0,20-8 1 0,-14 2 2 16,1-2-10-16,2 1 9 0,3-3-1 15,2 0-6-15,2-2-1 0,4 0 9 16,0 3-1-16,-3-4-2 0,2 3-2 0,-1-2-1 15,1 0 10-15,1 2-5 0,-3 0-3 0,-1 0 1 16,0 2 0-16,-1 2-3 0,1-2-1 16,-4 3 1-16,-1 0 5 0,0 1 6 0,-4 2-10 15,-1-3-2-15,-2 2 6 0,-2 1-1 16,-2 1-3-16,-5-1-7 0,-1 0-30 0,1 2 6 16,-2-2-95-16,-1 2-7 0,1-1-39 15,-1-1-22-15,-3-1-49 0,4 2 24 0,-4-3-236 16,2 0 14-16,-1-10 31 0,-1 9 21 15,0-5 35-15,-12-12 26 0,5 10 32 0,2-2 27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6T14:50:13.09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20140 6473 303 0,'0'0'381'0,"0"-6"-39"15,0 6-52-15,0-6-17 0,0 6-32 16,0-6-1-16,0 6-49 0,0-6-18 16,0 6-14-16,0 0-28 0,-3-7 5 0,0 10-23 15,-1 8-12-15,-4 5-8 0,-1-1-20 0,1 4-2 16,-2 5-2-16,-4 1-10 0,1 4-9 15,-1-2-1-15,-2 2-5 0,4 0-7 0,-1-1-3 16,2-3-1-16,1 0-8 0,1-4 0 16,1 0-5-16,2-2 17 0,2 0-20 15,3-1 2-15,1-10 3 0,0 2 5 0,14 11 20 16,0-14-26-16,1-3 2 0,5-1-6 0,-9-3-2 16,6 0 5-16,24-9-6 0,-18 1 4 15,2-2-11-15,3-1 12 0,-4-3-1 16,0 2-9-16,0-2 9 0,-3 0-2 0,-1 1-6 15,-3-1-6-15,-6 1 6 0,1 0-12 0,-4-6 8 16,-4-4 21-16,-4 3-17 0,2-4-7 16,-2 13 9-16,0-5-15 0,-12-19 11 15,8 20 2-15,1 1-5 0,1 6 0 0,0 1-6 16,2 7 4-16,0 0 6 0,2-4-11 16,-1 8-4-16,0 2 19 0,4 8-18 0,2 3 0 15,-2 1-1-15,2 2 6 0,-4 3 19 0,1-2-20 16,1 1-46-16,-1-1-26 0,0 0-25 15,-1 1-34-15,1-2-26 0,-3-1-51 16,5-5 18-16,-2 0-209 0,-1-3 23 0,1-5 3 16,-1-4 62-16,-3-2 15 0,0 0 29 15,10-11 19-15,-6 1 20 0,3-2 4 0</inkml:trace>
  <inkml:trace contextRef="#ctx0" brushRef="#br0" timeOffset="422.02">20559 6590 244 0,'-2'-10'285'0,"2"6"-75"0,0 4-6 0,0 0-43 16,0 0-8-16,0-6-2 0,16-4-10 15,-7 7-13-15,1 4-14 0,-3-1 5 0,15 10-21 16,-7 0-1-16,1 1-5 0,-2 0-1 16,-3 3-14-16,0 2 5 0,-1 0 0 0,-3 0 1 15,-1 2-10-15,-1 0 1 0,-3 1 1 0,-2-4-2 16,0-7 2-16,0 4-14 0,0 2-4 15,-9 12 0-15,4-15-1 0,-1-2 10 16,0-4-1-16,1 0-3 0,1-5-7 0,-1-2 20 16,5 2-40-16,-9-11 12 0,4 1-16 0,1-4-6 15,1 0-17-15,3-4-18 0,0 7-26 16,0-2-12-16,10-22-10 0,-4 18-14 16,3-1-15-16,-1 1-6 0,2 2-15 0,1 1-21 15,-2 0-12-15,3 6 13 0,0-2-144 16,-2 4-59-16,0 0 15 0,-3 5 13 0,0 1 36 15,-1 0-11-15</inkml:trace>
  <inkml:trace contextRef="#ctx0" brushRef="#br0" timeOffset="1755.33">20838 6616 307 0,'2'3'182'0,"0"0"-40"0,1-1 33 16,-2 1-3-16,1-1-6 0,1 1 2 0,-1-2-11 15,1 1 0-15,0-1-7 0,0 0-7 0,1-1-11 16,-4 0-9-16,0 0-5 0,8 0-24 15,10-8-9-15,-9 0-2 0,0 0-11 16,-2 0 2-16,-2-3-16 0,-2 3-5 0,0-4-4 16,0 3 4-16,-1-2-10 0,-2 1-6 15,0 10-3-15,0-9 12 0,0 0 4 0,-9-4-14 16,9 9-1-16,-3 0 9 0,-1 3-25 16,3 0 2-16,-2 2-3 0,1 1 11 0,-2 8-14 15,1 1 0-15,0 4 18 0,1 3-29 0,0 2 5 16,2-11 0-16,0 7 2 0,0 0-7 15,10 21-1-15,-5-17 7 0,0-4-2 0,2 1-4 16,0-3 7-16,1-2-8 0,1-1 23 16,2-3-15-16,-1-3 4 0,2 0-1 15,-2-5-6-15,-10 0 7 0,11 0 7 0,11-11 7 16,-11 3-14-16,-1-2 2 0,0-5-2 16,-2 0 6-16,0-3-4 0,-1-1 12 15,-2-1-19-15,-2-1 2 0,1 2-1 0,-1 1 22 0,-3-1-31 16,3 6 11-16,-1-1 0 0,0 4 8 15,-1 2 3-15,0 3-17 0,1 2-1 16,-1 2-3-16,1-1 1 0,-2 2 0 0,0 0 5 16,5 18-3-16,0-7 25 0,-1 1-39 0,1 5 10 15,2 0 4-15,-2 1 21 0,-2-2-36 16,2 0 24-16,1-2-18 0,-1 0 6 16,0-2-1-16,0 0-3 0,-1-3 4 0,1-4 5 15,-2-2 9-15,1 1-4 0,1-4 4 16,-5 0-4-16,0 0 1 0,20-11 5 0,-11 1-10 15,1-1 8-15,-1-5-11 0,0 0 5 16,0 0-1-16,-3-3 0 0,3 0-1 0,-2 1 22 16,0 0-37-16,0-1 16 0,-1 5-2 15,-1 1-3-15,-1 3-10 0,0 2 4 0,-2 4 0 16,1-1 23-16,-3 5-23 0,0 0 5 16,0 0 3-16,13 17-4 0,-7-6 23 0,-1-2-38 15,-1 4 16-15,2-1 5 0,-1 3-5 16,1-2 19-16,-1-1-34 0,2 1 9 0,-1-2 5 15,0-1-1-15,-1-5-1 0,2 3-1 16,-2-5 3-16,-1 0 7 0,2-3-7 0,-6 0 1 16,0 0-1-16,16-14-12 0,-8 2 13 15,-1-2 2-15,4-1-1 0,-5-1-1 0,-1 1-2 16,1 2 1-16,-3-1 15 0,1 1 0 16,0 2-22-16,-1 2 0 0,-1 5 2 0,0 1-2 15,-2 3 6-15,0 0 0 0,6 9-5 16,-2 3 1-16,0 1-3 0,-3 4 6 0,1-3 6 15,3 2-7-15,-2 1 1 0,2 0 0 0,1 1-1 16,-2-4-1-16,3 0 9 0,1-2 3 16,2-1 1-16,1-3-2 0,-4-4 10 15,4 1 7-15,-11-5-12 0,9 0 12 0,1 0-15 16,9-18 7-16,-10 7-3 0,-2-1 5 16,-1-2-14-16,-2-4 8 0,-3 1-3 0,-1 8-1 15,0-5-1-15,0-4-2 0,-14-18 0 16,6 21-7-16,-3-1-6 0,1 3 21 0,0 5-5 15,0 0 4-15,1 2-8 0,0 3-2 0,9 3-5 16,-9 0 4-16,-11 11-6 0,11-3-5 16,0 1 14-16,3 4-6 0,-2 0 11 0,2 1-14 15,3 1 6-15,1-3-1 0,2-4-5 16,0 3-1-16,0 1 14 0,0 1-13 0,0 0 5 16,12 9-1-16,-6-14 0 0,2 1 2 15,-2-4-4-15,0-4 0 0,0 0 5 16,-6-1-5-16,11 0-3 0,11-10 5 15,-9 3-5-15,-1-1-12 0,0-4 11 0,-1-1 0 16,2-2 10-16,-4-2-2 0,2 0 2 0,-3 1-8 16,1 1-4-16,-2 1 10 0,0-1-4 0,-1 4-2 15,-1 1-4-15,-2 4 12 0,0 0-10 16,0 3-4-16,1 2 9 0,-4 1 7 0,0 0-5 16,0 0-7-16,14 12 8 0,-7-2 4 15,3 1-8-15,-3 0-8 0,0 1 6 0,4 2-2 16,-1 0 1-16,0-1 6 0,2 1 5 15,0-2-9-15,-1-2 2 0,-1 1 4 0,1-2-20 16,-2-3 25-16,-1 0-5 0,-1-2-4 0,0-2 24 16,-7-2-8-16,6 0-6 15,8-11-9-15,-6 3 19 0,-1-3-6 0,-1-3-3 16,1 0 2-16,-4-2-6 0,2-2 7 0,0-1-5 16,-2-2-3-16,1-1-4 0,0 3 2 15,-1 0-6-15,1 4 3 0,-1 1-1 16,3 1 14-16,-4 5-14 0,1 0-5 0,-3 3 1 0,1 2-7 15,1 0-14-15,-2 2 14 0,1 1-15 16,-1 0 3-16,0 0-85 0,0 0-15 16,2 7-13-16,-2-5-10 0,0 3-21 0,0-2-10 15,1 0-29-15,2 12 18 0,0-6-127 16,1 2-62-16,0-1 10 0,2 0 37 16,-2-3 23-16,-1-3 2 0,0 0 47 0,2-2 7 15</inkml:trace>
  <inkml:trace contextRef="#ctx0" brushRef="#br0" timeOffset="2813.1">22051 6450 385 0,'3'-2'290'0,"-1"2"-28"0,0-3-17 0,-1 0-24 15,1 3-11-15,1-3-8 0,-3 2-39 16,1-1-21-16,2 2-14 0,-3-2-11 0,0 2 8 16,0 0-19-16,0 0 3 0,0 0-3 15,0 0-6-15,14 14-13 0,-10-4 1 0,-1 1 2 16,1 5-10-16,-1-3-8 0,0 0-1 15,2 3 3-15,-2-2-17 0,3-1-2 16,0 0 21-16,1-2-7 0,0-2 22 0,-3 1-10 16,1-5-8-16,0-1-11 0,-1 0-8 0,0-3-5 15,-4-1 22-15,9 0-20 16,8-10-11-16,-6 1-3 0,-4 1 9 0,3-3-11 0,-3-2-2 16,0-3-6-16,-2-1 5 0,0-1-6 15,-1-1 2-15,-1-2-5 0,1 3-11 16,-1 1 7-16,0 4 3 0,-2 3-8 0,0 3-9 15,1 2 1-15,1 0-9 0,-2 2-7 0,0 3 28 16,-1 0-5-16,0 0-19 0,6 8 15 16,0 4-5-16,1 1 6 0,-3 1-3 15,2-2-9-15,1 3 18 0,0 0-7 0,-3-1 4 16,3 1-2-16,0-1-9 0,0-3-9 16,0 1 19-16,0-1 0 0,3-3 5 0,-1 0 4 15,-4-1-3-15,2-5-16 0,-1 0 16 0,-2-2-3 16,-4 0-8-16,0 0 12 0,21-11-8 15,-11 3-10-15,0-4 6 0,1-3 6 16,-1-1-4-16,0-1 3 0,-2-1-9 0,2 4 12 16,-1-2-9-16,-2 3-5 0,0 1-2 0,-3 4 4 15,0 2 2-15,1 0-18 0,-1 3 16 16,-1 3 0-16,-3 0-3 0,0 0-5 0,5 0 18 16,9 11-13-16,-4-2 0 0,0 1-8 15,1 0 15-15,2-1-6 0,1 1-1 0,0-1 2 16,0-1-9-16,0-3 12 0,0-2-10 15,3-2 1-15,0 2-6 0,-8-3 23 0,2 0-8 16,14-11 1-16,-12 4-3 0,-3 0-1 16,0-4-10-16,-5 1 16 0,1-2-3 0,-2-2-2 15,-1 1-3-15,-3 8 2 0,0-2-12 0,0-1 16 16,0 2 4-16,0 0-5 0,-7-3-11 16,4 8 9-16,0 1-8 0,1 0 17 15,0 2-6-15,-1 0-4 0,-5 9-12 0,2 0 21 16,2 0-12-16,1 3 2 0,2-1 3 15,-1 1 0-15,2-9 4 0,0 3-8 16,0-2 0-16,0 1-5 0,9 9 11 0,-5-10-2 16,0-2-5-16,2-1-6 0,1-3 18 15,-3 0-9-15,2-2 1 0,-2 2-2 0,10-11 5 0,-7 1 1 16,2-1-8-16,-5 2 1 0,0-3-1 16,-2 2 8-16,-1-3-4 0,2 5-8 15,-2 2 14-15,1 0-22 0,-2 3 13 0,0 2-1 16,0 1-10-16,0 0 18 0,8 14-3 0,-4 2-5 15,1 5-2-15,0 2 18 0,2 11 2 16,3 1 9-16,0 7-4 0,3 1-6 16,-1 3 16-16,0 2-10 0,2 2-1 0,-2 0-3 15,1 2-1-15,-2 1 3 0,4-1-8 0,-4 2 16 16,-1-3-4-16,-1-3 1 0,-3-3 0 16,-2-4 0-16,1-3 7 0,-3-4-4 0,1-4 6 15,-3-16 1-15,0 6-3 0,0 0 5 16,-10 15-8-16,2-28-4 0,-1-4-3 15,2-6-3-15,-7-8 2 0,3-5-8 0,-2-9 6 16,-1-5-8-16,2-4-9 0,-1-5 4 0,0-1-3 16,3-6 8-16,3 0-12 15,2 1 2-15,3 5-4 0,1 1-2 0,1 20-11 0,0-9 0 16,13-33-10-16,-5 31-11 0,2 0-19 16,1 3-33-16,3 1 10 0,-3-1-118 15,-1 0-35-15,0 1-66 0,-3 2 27 0,-4 4-216 16,-3 6 32-16,0-4 47 0,-15-20 29 15,3 15 18-15,-5 2 46 0,-11-4 22 0,-3 1 19 16,-1-2 10-16</inkml:trace>
  <inkml:trace contextRef="#ctx0" brushRef="#br0" timeOffset="2983.22">22272 6269 400 0,'-24'-1'331'0,"3"1"-51"0,6 0-46 0,7 0-24 16,0 0-31-16,1 0-30 0,1 0-50 15,6 0-65-15,-10 8-3 0,9-6-218 0,1 1-90 16,0 1-3-16,-1-1 10 0,-5 8 61 16,-1 1-5-16,-3 1 2 0</inkml:trace>
  <inkml:trace contextRef="#ctx0" brushRef="#br0" timeOffset="3538.01">20753 7211 456 0,'-1'-7'294'0,"-1"0"-31"0,2 0-16 0,0 7-29 16,0-5-12-16,0-1-7 15,0 6-5-15,0-6-39 0,0 1-12 0,0 5-9 0,0-5-9 16,0 5-10-16,0 0 5 0,0-6-31 15,0 6-8-15,-8-5 13 0,6 7-40 0,0-2 0 16,-1 1 10-16,-1 1-14 0,2 1-13 16,1-1 12-16,-8 7-15 0,2-2 2 0,2-1-18 15,-2 2 5-15,-1 2-4 0,3-1 19 16,0-1-27-16,-1 3 2 0,1-1-2 16,2 3 6-16,-1-1-13 0,1 3 3 0,1-1 1 15,-1 2 11-15,0 2-9 0,2 1 5 0,1-11-1 16,0 6 23-16,0 2-34 0,0 2 7 15,0 0 2-15,9 19 4 0,-4-19-8 0,-2-2 2 16,3-3-1-16,2-2 3 0,1 1-14 16,1-5 9-16,2-2 3 0,2-3 5 0,-7-2-9 15,4 0-10-15,16-8-14 0,-11 2-22 16,-3-1-39-16,-3-3-35 0,-1 0-85 16,-2-2 17-16,-4 5-203 0,-2-1 5 0,0 1 29 15,-1 7 34-15,-9-13 23 0,2 7 19 0,-2-1 32 16,-2 4 12-16,-1-1 9 0,3 4-6 15</inkml:trace>
  <inkml:trace contextRef="#ctx0" brushRef="#br0" timeOffset="3969.33">20707 7443 283 0,'-2'0'200'0,"2"0"0"0,2-2-35 16,-2 2-18-16,4-1-15 0,7-5-12 0,2 0-19 16,-1 0-9-16,3-2-4 0,1 0-11 0,3 0-12 15,-2 0-7-15,2 0 0 0,0-1-14 16,-5 2-26-16,1 0-25 0,-3 1-2 15,2-2-5-15,-1 3-1 0,-2-1 0 0,-1 0-7 16,-1-1 16-16,-4 2-15 0,1 1 26 16,-4 0 17-16,1-1-16 0,0 0 25 0,-1 1 36 15,0 1 6-15,0-2-2 0,-1 2 4 16,0 0 15-16,1 2-3 0,-2-2-5 16,2 0-14-16,0 2-9 0,0 0 4 0,0 1 4 15,-2 0-1-15,0 0-6 0,18 9 11 0,-7 2 3 16,1-1-22-16,-2 5 12 0,1-2-25 15,1 3 2-15,-3-2-3 0,0-1 7 0,0 0-12 16,-2-2-10-16,0-4 1 0,-2 1 7 16,-2-4 31-16,1 1 3 0,-2-3 23 15,-1-2-9-15,-1 0-3 0,0 0-10 0,0 0-7 16,7-18-6-16,-3 4-5 0,-1-3-17 0,-1-1 6 16,0-3-32-16,-1 2-31 0,1-5-35 15,1 2-14-15,1 3-22 0,-1 1-25 16,2 2-20-16,-2 2-30 0,3 4 17 0,-2 3-71 0,-1-1-66 15,-1 5-52-15,2 0 26 0,0 3 20 16,-2 0 20-16,-2 0 5 0,0 0 43 16,17 10 2-16</inkml:trace>
  <inkml:trace contextRef="#ctx0" brushRef="#br0" timeOffset="4952.43">21276 7281 212 0,'7'7'231'0,"-2"-2"-16"0,0-1-12 15,0-2 3-15,0 1-13 0,-1-2-3 0,-1-1-14 16,-3 0-7-16,0 0-3 15,18-12-31-15,-8 4-4 0,-3-4-7 0,-2 0 0 0,0-1-25 16,-3 1-8-16,1-4-7 0,-2 3 4 16,-1 2-28-16,0 6-3 0,0-5 13 15,0 2-4-15,0 0-24 0,0 1 1 0,0 1-2 16,-9-3 7-16,7 9-20 0,0 0 0 0,2 0-6 16,-3 4 14-16,-1 7-15 0,0 0-8 15,1 3 13-15,1 2-13 0,1 0-3 0,-1 0 2 16,2-6 12-16,0 4-21 0,0 0 3 15,12 18 3-15,-8-16 12 0,3-3-17 16,0-1 17-16,3-1-14 0,-2-1 19 0,3-5-28 16,-1 1 11-16,-1-3-4 0,-2-2 7 15,-7-1-10-15,10 0-4 0,11-11 6 0,-10 0 0 16,0-3 2-16,0 1 0 0,-3-2 13 0,0-3-21 16,-1 0 4-16,-1-4 25 0,-2 3-7 15,-2 0-25-15,2 4 6 0,0-1 1 0,0 4 5 16,-2 1 1-16,1 3-2 0,-2 3 21 15,0 1-31-15,1 2 11 0,-1 2 1 16,-1 0 13-16,0 0-16 0,0 0 4 0,15 15 3 0,-9-3-7 16,0 3 15-16,0-1-17 15,2 3 2-15,-3-1 2 0,0-2 1 0,2 1 22 16,0 0-30-16,-3-3 1 0,4 0 21 0,-2-2-18 16,1-2 6-16,0 1 9 0,-1-5 31 15,-1-3-40-15,0 1 7 0,-5-2 1 0,7 0 6 16,9-13-11-16,-8 2-4 0,-1 1-1 15,1-4 7-15,-1-5 0 0,0 1 6 16,0-3-18-16,-2 1 6 0,1 1-6 0,-1 1 24 16,1 3-24-16,-4 3 2 0,3 1-6 0,-2 4 4 15,-1 1-5-15,-1 3-1 0,2 3 24 16,-3 0-34-16,0 0 9 0,7 7 3 16,-2 3 2-16,-1 0 12 0,-1-2-12 0,1 5-3 15,-1-2 0-15,2 2 23 0,-1 0-23 16,1-2 0-16,-2-1 2 0,4-1-1 0,-3 1 5 15,-1-4-3-15,1-1 1 0,0-1-1 0,-1-2 12 16,1-1 1-16,-4-1 2 0,0 0-4 16,16-7 4-16,-8-3-2 0,-1 2 16 0,0-3-4 15,-1 0-16-15,0 1-10 0,-1-3 10 16,1 2-2-16,-3-2 0 0,1 2 0 0,-2 2-2 16,-1 1-1-16,2 0 5 0,-3 3-1 15,1 0-1-15,1 0-1 0,-1 1-8 0,-1 1 1 16,0-1 3-16,0 1 0 0,0 0-6 15,0 3 0-15,0 0 1 0,0-6 0 16,0 6 5-16,0-7 0 0,0 2-15 0,0-4 1 16,0-1 16-16,0 1 0 0,0-2-13 0,0 1 11 15,-9-14-1-15,8 11 2 0,0 2-2 16,1 0-1-16,0 3-1 0,-2-2 0 0,1-2 0 16,0-2 0-16,0 2 0 0,1-2 0 15,0 1-2-15,-1 0-1 0,0-1 1 16,1 14 2-16,0-8-4 0,0 2-1 0,0 2 1 15,0 4 5-15,0-6-1 0,0 6-9 0,0-3 10 16,0 6-3-16,0 13-4 0,0-5 7 16,0 6 3-16,0 3 2 0,0 3-2 0,0 1 17 15,0 4-3-15,0-1-17 0,0 0-11 16,8 27 1-16,-5-28 14 0,1-3 0 16,-1-1-7-16,3 0-40 0,1-5-26 0,1-1-26 15,0-4-21-15,1-3-5 0,1-6-13 0,-3 0-22 16,0-3 14-16,-7 0-179 0,10-10-83 15,-6 1 40-15,-1-2 29 0,-3 2 24 16,0 2 11-16,0-3 19 0,-13-12 31 0</inkml:trace>
  <inkml:trace contextRef="#ctx0" brushRef="#br0" timeOffset="5115.01">21862 7099 339 0,'0'0'204'0,"0"0"-20"15,-5 0-6-15,5 0-15 0,0 0-7 16,0 0-12-16,0 0-13 0,-9 3-14 0,12-4-12 15,0 0-23-15,8-3 9 0,2-2-19 0,1 1-9 16,2-2-33-16,3 0-41 0,-2-2-18 16,0 2 5-16,0-3-148 0,-1 2-105 0,0 0 7 15,-1 0 10-15,0 2 23 0,-4-2 21 0,3 0-5 16</inkml:trace>
  <inkml:trace contextRef="#ctx0" brushRef="#br0" timeOffset="6095.46">22144 6846 296 0,'0'0'285'0,"0"0"-36"0,0 0-41 16,0-5-30-16,0 5 3 0,-4-5-2 15,1 8-4-15,3 0-18 0,0 2-4 0,0 10-17 16,0-6-11-16,0 4-8 0,0 3-15 0,0 3-9 16,0 2-6-16,0 1-4 0,0 0-8 15,0 0-4-15,0 3-1 0,0-3-20 0,0 4 1 16,0-6-3-16,-3 20-6 0,2-22 0 15,-2-4-11-15,1-1-3 0,1-5 1 0,1-1 0 16,-1-2-4-16,-1-4-8 0,2-2-1 16,-1 0 4-16,-1-2-4 0,1-2 18 0,-3-6-26 15,1-2 0-15,-1-2 1 0,1 0 2 0,0 1-6 16,3 1 15-16,-1 2-21 0,-2 4 4 16,3 7-1-16,0-6 13 0,0 6-1 15,0 0-17-15,0-5 1 0,0 5 3 0,0 0-6 16,4-3 3-16,-1 6 15 0,0-1-2 15,4 7-1-15,4-2-15 0,-5 0 1 0,2-2 1 16,-2 0-1-16,-2-1 3 0,3-1 0 16,0-1 0-16,-1-1 3 0,-6-1-2 0,10 0 15 15,11-8-21-15,-9 3 7 0,1-3-1 16,0-2 1-16,-2 0-7 0,-3 0 5 0,1-1 1 16,-2-1 0-16,-3 0-4 0,2 1 5 15,-3 0-1-15,1 4 11 0,-4 2-16 0,3 0 2 16,-2 4 1-16,-1-1 14 0,2 2-21 15,-2 0 7-15,0 0 1 0,0 0 0 0,1 10 3 16,-1-7-4-16,0 3 3 0,3 7 0 16,0 1 5-16,-3-4-10 0,1 1 4 0,2-3-1 15,-2 0 3-15,1-4-28 0,0 0-33 16,1-1-20-16,0-3-6 0,-3 0-10 0,0 0-36 16,17-9 13-16,-7 0-94 0,-3-3-95 15,0 1-21-15,0-2-16 0,-3-3 51 0,-4-4 34 16,0 9 12-16,0-4 6 0,0-3 39 15,-12-19 156-15,6 20 1 0,2 2 218 0,-2 1-4 16,-1 2-20-16,0-1 28 0,0 5-11 16,4-2 4-16,-1 4-15 0,0 3-15 0,1-1-13 15,0 1-23-15,0 2-6 0,-1-1-14 16,4 2-6-16,0 0-4 0,0 0-12 0,0 0-9 16,-4 13-9-16,4-9-48 0,0 0-25 15,1 11-12-15,-1-8-31 0,6 15 7 0,-2-9-43 16,2 1-5-16,-1-1 24 0,-1-2-17 15,2-2 9-15,3-3 10 0,-4 0 6 16,1-3 11-16,1-3 3 0,-3 1 29 0,-4-1 20 16,0 0 11-16,6 0 0 0,9-12 23 0,-8 4 12 15,0-1 7-15,3-1 8 0,-6-1 8 16,2-2-5-16,-3 2 22 0,1-1-9 16,-4 2 23-16,0 3 3 0,2 1 6 0,-2 6-4 15,0 0 1-15,0-5-11 0,0 5-4 16,0 0-6-16,-9-8 1 0,8 10-10 15,-2 1 2-15,-3 6-6 0,2-2 2 0,3 1-4 0,-1-1-3 16,2 1-5-16,0-1 8 0,0 4-19 16,10 14 0-16,-3-13-4 0,-1-1 6 15,2 2-11-15,2-4-5 0,-3 0 1 0,3-1 31 16,0-2-22-16,-2 2 0 0,-2-2-4 0,-2-1 3 16,-2-1 0-16,-1 0 7 0,-1-4-19 15,0 0 2-15,0 6-2 0,-17 6-4 0,3-9-8 16,3 0-12-16,-2 0-19 0,-2-3-20 15,-1 0-38-15,8 0-35 0,-4 0 9 16,0 0-156-16,-14-6-75 0,16 4 5 0,2 1 27 16,1-1 35-16,3 2 23 0,-2 0 0 0,6 0-3 15,0 0 45-15,0 0-1 16</inkml:trace>
  <inkml:trace contextRef="#ctx0" brushRef="#br0" timeOffset="6569.73">22558 6758 455 0,'-1'-16'259'0,"-2"5"-21"0,3 2-30 16,-1 2-24-16,-1 2-17 0,2-1-14 15,0 3-22-15,-1 0-20 0,-2 1-8 0,3-1-14 16,0 3-1-16,0 1-6 0,0 3-4 16,1-1-5-16,1 0-2 0,1 14-11 0,-3-9 6 15,5 19 2-15,-2-4-5 0,0 0-8 0,1-2-2 16,0 4-6-16,-1 0-4 0,0 0 8 16,1-4-19-16,-1 0-1 0,4-2-6 15,-1 0-1-15,-1 1-1 0,0-4-39 0,-1-3-36 16,3-4-46-16,-1-1 9 15,-4-4-252-15,3-2 3 0,-5-2-10 0,0 0 61 0,0 0 28 16,5-8 12-16,-5 3 5 0,-1 1 9 16,-1-11 9-16</inkml:trace>
  <inkml:trace contextRef="#ctx0" brushRef="#br0" timeOffset="7773.7">22537 6920 455 0,'0'0'209'0,"0"0"-21"16,0 0-22-16,-7 6-14 0,7-4-25 0,0-1 4 15,0-1-23-15,3 3 1 0,1-3-26 16,2 0-16-16,9 0 3 16,-6 0-8-16,2 0-26 0,20-11 15 0,-17 4-6 0,2 3-5 15,-1-3-4-15,-2-2-8 0,-2 1-7 0,0 0 11 16,-2-2-11-16,-2 2 25 16,1 1 6-16,-1 0 11 0,-1 2 2 0,-2 0-6 15,-1 3-3-15,0-2-9 0,0 4-3 0,-2 0 0 16,-1 0 0-16,0 0 1 0,0 0-1 15,14 14-10-15,-7-3-1 0,0 2-5 0,-1 0 12 16,0 1-17-16,-1-1-4 0,1-1 1 0,-2 3 1 16,3-4-6-16,-3 4 2 15,3-3 8-15,-1-2-7 0,-5-4 7 0,2 1 4 16,2-3 13-16,-4 0-8 0,2-2 28 0,-2-1-36 16,3-1 5-16,-4 0-6 0,0 0 2 15,17-12-4-15,-7 0 17 0,1-1-32 0,-1-1 6 16,0-2 20-16,1-2-8 0,-1 4-23 15,-1-2 18-15,-1 1-16 0,1 2-3 16,1 1 3-16,-2 2 11 0,0 4-18 0,-2 1 1 16,-2 4 3-16,-4 1 15 0,0 0-21 0,7 0 23 15,3 9-20-15,-6 2 13 0,1-1-13 16,0 1 18-16,-3-2-26 0,3 2 28 16,0-2-21-16,-1-1 12 0,-1-2-16 0,1 0 1 15,-3-2 4-15,9 3 8 0,-3-5 29 0,2 0-32 16,-9-2 3-16,12 0-3 0,12-9-2 15,-10 2 4-15,2-2-3 0,-2 1 2 0,-1-5 21 16,-1-2-33-16,-2 1-1 0,1-1 7 16,-3 0 1-16,-1 0 17 0,-2 3 2 0,-1 1-30 15,2 1 11-15,-3 3-3 0,-2 3 12 0,-1 1-21 16,2 2 30-16,-4 2-24 0,2 3 21 16,0 1-20-16,-1 8 10 0,0 0-16 15,1-5 6-15,0 1 1 0,0 5 26 0,0 0-34 16,0 1 10-16,0 0 2 0,8 13 12 15,-4-15-14-15,0-1 6 0,5-3-4 0,-1-2-2 16,3 0 34-16,-3-3-28 0,0-3 11 16,-8-1-18-16,11 0 6 0,11-7 1 0,-8-2-3 15,-4 1-8-15,1-5 10 0,0-1-5 16,-1-3 3-16,-3 0-1 0,0 0 28 0,-1-2-39 16,-2-2 10-16,2 2 2 0,-3 1 9 15,-1 4-14-15,1 1 1 0,-2 2-6 0,-1 11 18 16,0-5-12-16,0 5 0 0,0-6-5 15,0 6 4-15,5-5 2 0,-5 7 2 0,0 0 23 16,0 1-33-16,1 0 8 0,0 0 2 16,2 7 19-16,-1 0-32 0,1-3 11 15,-1-1 1-15,0 0 10 0,1-2-8 0,-2-1-1 0,2-1 5 16,0 0 7-16,-1-2-18 0,1 0 9 16,1 0-2-16,3 0-1 0,10-11 17 15,-6 4-16-15,-1-1-2 0,-1 0 22 0,-1-3-33 16,0 1 37-16,-1 3-29 0,0 1 13 0,-2 0-5 15,-2 2 4-15,0 1-18 16,0 2 7-16,0 1-4 0,-3 0 3 0,0 0-2 16,0 0 1-16,2 11 3 0,-2-6 21 0,0 0-31 15,0 9 11-15,2 2 8 0,-2-7 12 16,1 2-24-16,-1-4 3 0,2 0 0 16,0 4 30-16,0-3-36 0,2-4 15 0,-1-2 1 15,2-2 0-15,-5 0-1 0,16-8 24 0,-3 0-19 16,-2-1-2-16,2-4-7 0,-2 0 1 15,-1-2-6-15,0 0 3 0,-3-3 0 0,1 0 4 16,-2-1 6-16,-1 4-14 0,0 3 2 16,1-2 13-16,-4 7-15 0,-1-1 5 0,1 2-2 15,-1 4 1-15,1 1 22 0,-2 1-37 0,0 0 20 16,0 0-2-16,14 13 6 0,-4-2-8 16,0 1 1-16,4-1 3 0,0 0-5 0,-2 1 31 15,-1 0-41-15,-1 0 28 0,-2-4 0 16,-1 2 42-16,-3-4 3 0,-4-6 29 15,0 7-16-15,-11 10 5 0,1-12-13 0,-4 2-5 16,-3-2-13-16,1-2-19 0,-2-3-17 0,-2 0-48 16,12 0 3-16,-6 0-100 0,-3 0-74 15,-17-11-27-15,20 8 21 0,3 0-221 0,2 1 7 16,4-1 12-16,0 2 72 0,4-2 12 16,1-1 24-16,0 3 17 0,3-1 40 0,1-1 6 15,9-2 30-15,5 2 2 0</inkml:trace>
  <inkml:trace contextRef="#ctx0" brushRef="#br0" timeOffset="7937.76">23887 6766 526 0,'16'7'419'0,"-1"3"-73"0,-3 0 33 0,-3 0-58 15,0-1-36-15,-5 2-38 0,-2-4-39 16,-2-1-10-16,0 3-21 0,0 0-115 16,-12 11-69-16,4-8-122 0,1-3 11 0,-3 1-247 15,1-1 18-15,-3 1 39 0,2-3 28 0,-4 0 5 16,-2-2 31-16,-1 3 31 15,2-1 10-15,-5-1-6 0,0 0 16 0</inkml:trace>
  <inkml:trace contextRef="#ctx0" brushRef="#br0" timeOffset="10455.58">20654 8085 436 0,'-1'0'248'0,"0"2"-22"0,1 0-25 0,-3 7-16 15,3 1-15-15,0 1-24 0,0-3-1 16,0 2-9-16,0 2-21 0,10 12-3 15,-8-14-19-15,3 1-11 0,-2-3 8 0,-1-3-1 16,0 1-3-16,1-3-6 0,1-1-7 16,-1-2-4-16,-1 0-13 0,-2 0-5 0,0 0-3 15,12-15 2-15,-7 4 0 0,0-5-18 16,-1 0-2-16,0-5 12 0,0-1-22 16,-1 2 2-16,-2-4 6 0,3 1-11 0,-3 1-5 15,2 3-1-15,1 3 1 0,-3 2-3 0,2 1 13 16,0 3-16-16,-2 3-1 15,-1 3-1-15,2 1 4 0,0 3 8 0,-2 0-15 16,0 0-1-16,0 0 18 0,5 8-6 0,-4-3-12 16,0-2 0-16,2 8 2 0,-1-2 3 15,-1-1-8-15,1-4 1 0,0 2 0 0,0-2 13 16,-1-2-16-16,1 0 1 0,-2-2 2 0,0 0 5 16,0 0-4-16,0 0 0 0,0 0 1 15,5-11 7-15,-5 8-13 0,0-1 8 16,-1 0-4-16,-1 1 12 0,1-1-16 0,0 1 3 15,1 2-2-15,-2-1 13 0,1 2-14 0,-1 3 1 16,-2 8 8-16,2 3-8 0,1 3 1 16,-2 2 0-16,3 1 10 0,0-10-12 0,0 5 1 15,0 2 3-15,12 20 7 0,-9-21-10 0,4 0 3 16,1-3 11-16,0-1-16 16,2-5 2-16,-3-3 2 0,1-3 5 0,-1-1-2 15,9-9-3-15,-1 0 4 0,-3-4 7 0,-1 1-10 16,-2-8 11-16,1-2-10 0,-1-2-1 15,-1 0 1-15,-1-3 4 0,-2-1-2 0,-2-2-5 16,-2-1 3-16,-1 14 6 0,0-6 8 0,-10-32-12 16,4 27 0-16,1 4 18 15,1 3-3-15,-1 0 6 0,-1 5-5 0,3 3 12 16,-1 7-22-16,3 6 3 0,1 0 3 0,0 0 9 16,-2 13-18-16,4 9 2 0,-2-11 1 15,7 23 14-15,-2-10-1 0,-1 3-19 0,5 0 2 16,-2 0 10-16,1-1-15 0,1-1 2 15,2-1 2-15,-2-3 0 0,4-2 0 16,0-2 2-16,-1-2 3 0,3-4-7 0,1-1 7 16,-2-7-5-16,-1 2 12 0,-2-5-12 0,-5 0-4 15,12-11 6-15,-8 4 6 0,-2-7-8 16,0-4-2-16,-4 1 18 0,-2-2-27 16,1 1 11-16,-3 0-3 0,0 11 10 0,0-5-14 15,0 2 4-15,0 1 1 0,0 2 16 0,0 7-19 16,-6-7 11-16,7 7-15 0,0 5 6 15,-1 2 17-15,4 6-16 0,-1 3-7 0,2-3 4 16,0 4 1-16,1-2 0 0,1-2 6 0,3 0-5 16,0-1 0-16,-1-4 18 0,3 2-24 15,1-6 4-15,-2-2 1 0,-2-2 6 16,-2 0-11-16,14-11 7 0,-7 1-1 0,-1-1 17 16,-2-3-19-16,2-1 8 0,-3-2-14 15,0-1 8-15,-1-1 0 0,0 0 22 0,-1-2-33 16,1 2 10-16,-1 3-1 0,1-1 14 15,-2 4-20-15,-2 4 10 0,-2 2 1 0,0 5 24 16,-3 2-34-16,0 0 35 0,0 0-29 16,12 10 14-16,-8 1-15 0,0 0 2 0,0 2 1 15,-1 1 15-15,-1-1-20 0,0 3 5 16,-1-3 1-16,1-1 19 0,-1-5-31 0,1 1 11 16,-2-2-1-16,1-1-1 0,-1-2 4 15,0-1 10-15,0 0 0 0,1-2-2 0,-1 0 0 16,0 0-5-16,0 0 11 0,1-7-14 15,-1-7-1-15,-2 1 3 0,2 6 8 0,-6-16-19 16,1 7 7-16,0 1 1 0,0 3-1 16,-1 0 1-16,1 5 21 0,2 2-31 0,-1 1 4 15,1 2 3-15,3 2 10 0,0 0-17 16,0 0 4-16,-9 16 2 0,6-4 1 0,1 4 0 16,2 2-8-16,-2 1 14 0,1 0-10 15,0-1 5-15,0-1 0 0,1 0 9 0,0-3-16 16,-1 0 3-16,1-9 3 0,0 0-2 15,0 2 3-15,0-2 21 0,10 2-24 0,-8-7 21 16,2-1-23-16,-1 0 5 0,-1-2-5 16,5-7 1-16,0-1-2 0,0-1 25 0,-5-3-32 15,-1-3 1-15,-1 2-1 0,0 8 9 16,0-3 13-16,0 0-18 0,0 0 7 16,0 4 1-16,0 0-2 0,0 2 4 0,0 5-5 0,0 0 1 15,-3-5 0-15,4 10 1 16,2 7 7-16,-1 1-11 0,-2-6-3 0,5 15 8 15,-2-6 22-15,1-2-30 0,2 0 6 0,-1 0-1 16,-1-2 12-16,3 0-10 0,-1-3 18 16,0-4-23-16,3 2 6 0,0-5 1 0,-9-2 0 15,7 0 17-15,1 0-20 0,10-14 4 16,-9 5 2-16,-2-3 23 0,-1-3-27 16,-1-2 6-16,-2-5-10 0,-1 1 2 0,-2-1 3 15,0 11 23-15,0-5-5 0,0-3-22 16,-9-15 3-16,7 20 10 0,-1 0-12 0,1 7 16 15,2 1-14-15,-1 2 2 0,1 4 3 16,0 1 0-16,1 2 3 0,-2 2-4 0,2-1-8 16,3 7 9-16,-1 1 4 0,1 0-15 0,0 1 11 15,2 0 4-15,-1-1-6 0,0 0 2 16,0-4 5-16,2 0 13 0,0-2-29 0,-1-4 9 16,-1-1 3-16,0 0 12 0,-5-1-18 15,0 0 12-15,19-11-18 0,-11 0 8 16,3 0 0-16,-4-3 8 0,1-2-11 0,-2-2 5 15,0 1-10-15,-2 1 15 0,-1 0-4 0,1 3-11 16,-2 5 13-16,2 2-3 0,-3 1 25 16,0 3-26-16,1 1 0 0,-2 1-3 0,0 0 1 15,1 11-2-15,1 2 2 0,-2 1 2 16,1 4 26-16,0-1-26 0,1 4-7 16,-2-3 2-16,3-1 2 0,0 2 17 0,-1-2-38 15,2-2-15-15,1-4-21 0,-1-4-16 16,0-3-40-16,-2-2-34 0,-2-2 12 0,0 0-252 15,20-13 9-15,-12 2 24 0,1-3 38 16,-1-1 25-16,-1-2 29 0,-3-1 9 0,-1-4 23 16,-2 0 0-16,-1 0 14 0</inkml:trace>
  <inkml:trace contextRef="#ctx0" brushRef="#br0" timeOffset="10812.49">21724 7639 282 0,'-3'0'349'0,"1"-1"-49"16,0 0-43-16,-1-1-16 0,2 1-16 0,1 1-46 15,0 0-15-15,0 0-6 0,0 0-24 0,0 0-9 16,14-9 0-16,-2 4-26 0,0 0-8 16,0-1-10-16,-2-1 8 0,-1 1-28 0,2 0 0 15,-4 4 17-15,-1-3 0 0,-3 2-17 16,-1 0 0-16,0-1 1 0,-1 2-14 16,0 0-3-16,-1 0-6 0,0 2 0 0,0 0 17 15,0 0-28-15,0 0-3 0,0-5 6 0,-8-1-23 16,5 6 11-16,2 0-5 0,-2 1-1 15,2 1-1-15,-2 1 9 0,0 7-5 0,-1 4 28 16,1 0-36-16,-1 1 14 0,2 4 3 16,1 0 7-16,1 3-4 0,0-10-5 15,0 6-4-15,0 2 21 0,0 2-35 16,0-1 6-16,0 0-6 0,8 19-5 0,-6-21-23 0,0-3-34 16,0 1-18-16,-1-5-54 0,2-5-38 15,1 0 14-15,-1-4-162 0,0-3-54 0,0 0 0 16,0-2 17-16,8-5 62 0,-2 0 12 15,0-2 11-15,3-2 31 0,-1-1 5 0,3-4-9 16,-4 3 42-16</inkml:trace>
  <inkml:trace contextRef="#ctx0" brushRef="#br0" timeOffset="11005.32">22006 7698 267 0,'5'-2'369'0,"-5"2"-33"16,0 0-40-16,9 10-19 0,-5 1-15 15,0 2-27-15,-1-2-9 0,-1 3-17 0,-1 2-20 16,2 1-18-16,-3-1-25 0,1-1-15 15,1-1-16-15,0 0-15 0,0-2-52 16,1-2-48-16,-3-5-46 0,0-2-39 0,1-1-83 16,-1-2 14-16,0 0-212 0,4-9 15 0,0-2 16 15,-2-4 44-15,1 0 12 0,-2-1 30 16,1-5 10-16,-2 10 27 0,0-5-7 0</inkml:trace>
  <inkml:trace contextRef="#ctx0" brushRef="#br0" timeOffset="11132.34">21989 7495 336 0,'-2'-1'285'0,"1"-1"-40"0,0 2-43 16,-1 0-28-16,2 0-21 0,0 0-14 0,0 0-64 15,-1 4-50-15,4-3-3 0,-2 4-280 16,7 6-2-16,1-2 11 0,-1 3 21 0,1 0-17 16</inkml:trace>
  <inkml:trace contextRef="#ctx0" brushRef="#br0" timeOffset="12643.99">22237 7760 422 0,'0'0'333'0,"0"0"-56"0,3-8-26 16,-2 3-19-16,-1 1-15 0,0-12-28 0,0-1 14 16,3 3-39-16,-2-3-11 0,2 6 13 15,0-1-31-15,1 1-34 0,-2 5-8 0,-1 1-5 16,2-1 7-16,0 5-29 0,-2 0 6 15,-1 1-8-15,0 0 1 0,0 0-5 0,16 13 3 16,-11-4-23-16,2 1 0 0,0 1 2 16,-1 3-4-16,0-2-5 0,-1 2-7 0,-1-2 3 15,1 1-7-15,-1-3 8 0,0 1-14 16,2-3-2-16,-3-3 3 0,-2-2-1 0,2 2 4 16,-2-4 32-16,2 0-19 0,-2-1-19 15,-1 0 5-15,0 0-3 0,15-10 29 0,-10-1-44 16,1-2 11-16,1-3-1 0,-4 1 0 15,1-3-9-15,2 0 10 0,-4 2-5 0,3 0 1 16,-3-1 20-16,1 5-29 0,2 3 3 16,-4-1 2-16,0 6-5 0,1 0 4 0,-1 3 0 15,2 1 25-15,-3 0-39 0,0 0 15 16,6 8-5-16,-1 1 15 0,1 2-14 16,0 1 6-16,-1 4 14 0,1-2-32 0,-2-3 15 15,3 2-2-15,-3-4-13 0,3 3 11 0,0-2 4 16,2-3 1-16,-1-1-2 0,-1-4 0 15,-1 0-12-15,1-1 14 0,0-1-4 0,10-9 0 16,-7 1 3-16,1 0-10 0,-1-2 2 0,0-3 1 16,-2-4 7-16,1-1-3 0,-5-2 1 15,0 0-10-15,-1 2 12 16,1-1 5-16,-1 4-3 0,0 2 0 0,-3 4-2 0,1 2 3 16,1 2 0-16,-1 2 27 0,-1 3-5 15,0 0-35-15,0 3 3 0,0 0 3 16,3 10-3-16,0 0 23 0,-3-7-33 0,3 15 15 15,-2-8-6-15,2 4 9 0,1-4-5 0,0 1-2 16,3-2-5-16,0 2-10 0,5-4 20 16,-1-4-2-16,0 1 1 0,2-3 6 0,0-2 14 15,-5-2-20-15,2 0 1 0,17-8 0 0,-13 1-6 16,-3-4-3-16,2-1-3 16,-2-1 5-16,-1-1-5 0,-2-2 3 0,-5-2-4 15,3 3 13-15,-5-2-3 0,-1-1 0 0,0 12 1 16,0-4-2-16,0 1 8 0,0 1 7 15,-8-4-14-15,6 12-3 0,-2 0 2 16,1 4 4-16,2 1 5 0,-2 9-3 0,0 0 2 16,0 4-4-16,2-2-5 0,1-7 2 15,0 4 5-15,0 2-4 0,10 15 0 0,-6-14 1 16,2-3-7-16,1-2 13 0,-2-1-2 0,1-6-1 16,4 3-10-16,-3-6 12 0,-7-1 2 15,10 0-3-15,14-12 2 0,-13 3-5 16,2-1-1-16,-5-2 11 0,-1 1-4 0,0-4 1 15,-1-3-6-15,-5 0-3 0,-1-2-6 0,0 9 12 16,-7-20 0-16,0 10-3 0,0 3-3 16,0 2 9-16,-3 0-15 0,0 2 17 15,2 4 0-15,-2 4-10 0,2 1 0 0,-1 4-14 0,2 1 22 16,-7 11-21-16,6-4 12 16,2 4 10-16,-1 1-1 0,1 2-8 0,5-2 3 15,-2 4-11-15,0 1 10 0,3-10 3 0,0 4-8 16,10 14 6-16,-4-10-3 0,-1-2-7 15,2 1 0-15,1-5 21 0,1 0-2 0,-2-3-30 16,3 0-7-16,-3-4 9 0,2 1 1 0,-1-3 0 16,-2 0 0-16,15-8 7 15,-7 1 0-15,0-4-1 0,-2 3 2 0,0-3 0 16,-1-3 24-16,-2 0-39 0,-1-2 16 0,1 1 0 16,-4-1 2-16,0 2-1 0,2 2-2 15,-2 0 28-15,-3 4-40 0,1 1 17 16,-1 1 0-16,-2 2-12 0,3 1 6 0,-3 0-2 15,0 2 5-15,0 1 27 0,0 0-33 0,0 0 14 16,0 0-16-16,0 0 3 0,0 0 11 16,0 8-27-16,0-5-9 0,0-1-2 15,3-1 12-15,-2 2-14 0,2-1 6 0,9 3-14 16,-3-4-11-16,6 0 6 0,-8-1-18 16,4 0 5-16,2 0-1 0,13-11 10 0,-12 4-6 15,-2 1 16-15,0-1 1 0,-2-1 5 0,-6-2 0 16,1-2 8-16,-2-1 3 0,-2 4 3 15,-1 1 4-15,1 1 16 0,-1 7 11 0,0-5 7 16,0 5-9-16,0-6-1 0,0 6 12 0,-3-5-7 16,2 7 4-16,1 1 1 15,0 1 11-15,1 1-18 0,1 8 2 0,-2-6-8 16,7 13 9-16,0-6 24 0,1-5-19 0,1 3 0 16,4-5 16-16,1 0-22 0,2-3 2 15,2-1 22-15,-10-3-11 0,5 0-21 0,18-9 2 16,-14 4 3-16,-3-6 0 0,0 1 12 15,-4-4 12-15,-3-4-29 0,-2-2 21 0,-3-3-31 16,-2-2 9-16,0 13-1 0,0-10 11 16,0-4-18-16,-12-34 10 0,5 28 1 0,2-1 33 15,-1 3-19-15,0 4 25 0,1 4 10 16,1-1-11-16,-2 9 19 0,3 4-23 0,0 8-6 16,3 2-3-16,-4 9-1 0,5 7-4 15,-1-5-4-15,0 6-2 0,0 7-1 0,0 5 4 16,0 2 21-16,7 33-37 0,-2-32 3 15,-1 1 9-15,3-5-38 0,0-1-44 0,1-3-14 16,0-4-33-16,-1-3-50 0,5-3 17 16,-2-3-258-16,1-4 17 0,-5-4 46 0,-6-3 23 15,0 0 19-15,11-11-9 0,-11 6 44 0,0-9 15 16,0 6 45-16,0-7-40 0,-12-20 48 16</inkml:trace>
  <inkml:trace contextRef="#ctx0" brushRef="#br0" timeOffset="12798.05">23279 7241 406 0,'-7'4'370'0,"4"-3"-57"0,2 2-26 0,2-3-61 16,0 0 2-16,3-1-47 0,10-5-9 15,6-4-13-15,1 0-19 0,0-3-33 16,3 2-11-16,-1 0-17 0,2 1-22 0,-4-1-56 16,1 2-61-16,-3-1-60 0,0 2 11 0,-1 2-222 15,-2 2 5-15,2 2 32 0,-12 2 37 16,4 0 5-16,13 14 15 0,-11-7 8 0,-1 5 20 15,1 1 23-15</inkml:trace>
  <inkml:trace contextRef="#ctx0" brushRef="#br0" timeOffset="12975.33">23773 7463 412 0,'0'18'479'15,"0"-10"-94"-15,0 4-7 0,0 2-49 0,-8 19-46 0,3-17-30 16,1 1-45-16,-3-1-23 15,-3 2-169-15,-1-2-103 0,1-1 8 0,0 0-266 16,0 0-4-16,-2-1 65 0,-1-3 1 0,2 0 32 16,0-2 16-16,-3 2 24 0,0-1 12 15,-2-1-30-15</inkml:trace>
  <inkml:trace contextRef="#ctx0" brushRef="#br0" timeOffset="15570.87">21055 8749 419 0,'-13'-9'227'16,"12"10"-30"-16,2 1-28 0,0 3-20 16,1-1-14-16,1 8-20 0,3-1-7 0,0 3-3 15,0-5-20-15,2 2-13 0,-1-3-11 16,-2-2 0-16,-1-3-4 0,-1 0 4 15,1-1-6-15,0-2-6 0,-4 0-7 0,0 0 7 16,0 0-13-16,15-16-11 0,-10 5-3 0,-2-2-1 16,1-2-7-16,0-2 12 0,-1-4-6 15,0 2-7-15,-2-5 8 0,1 3-2 0,1-3-12 16,-1 4 1-16,0 0 1 0,1 2 6 16,1 3-3-16,-3 2 2 0,2 5 3 0,0 3 4 15,1 2-21-15,-1 2 14 0,-3 1-2 16,0 0 1-16,0 0-1 0,12 8-1 0,-9-5-10 15,2 6 4-15,1 2 9 0,-2-3-7 16,-2-1 2-16,0-1-9 0,0-1 3 0,0-1 7 16,-1 0-7-16,-1-2 2 0,1 1-12 15,0-2 14-15,-1 0-2 0,0-1 1 0,0 0-9 16,-1-2 7-16,0-3 1 0,1 4 3 16,-1-3-6-16,-2-10-6 0,-1 3 7 0,-3 1-3 15,3 0-3-15,-3-1 12 0,1 3-7 16,0 4 2-16,0 2-4 0,4 2-13 0,2 0 2 15,-7 7 7-15,6 5-3 0,-1 4 10 16,2 1-4-16,0 2 1 0,0-8 5 16,0 7-3-16,7 19-10 0,0-16 5 0,-1 1 4 15,1-1 5-15,2-3-4 0,1-1-16 0,1-1 11 16,1-1 3-16,1-4 8 0,-1-2 3 16,-1-3-2-16,3-2 4 0,-8-4-2 15,15-10 7-15,-8-1-7 0,-1-2 0 0,-1 0 4 16,-2-4 3-16,0-1 2 0,-2-1-1 0,-1-3-8 15,-1-5 8-15,-2-3-1 0,-2-5 1 16,-1 17 5-16,0-8-4 0,0-5-7 0,-9-30 8 16,6 32 2-16,-2 3 6 0,3 4 1 15,-3 3-13-15,3 0 0 0,-3 4-1 0,3 8-4 16,-1 5 8-16,3 4-12 0,0 4 1 16,0 9 2-16,0-7-10 0,0 7 5 0,0 3 2 15,10 24-2-15,-4-17-5 0,-1 2 5 16,3 2-1-16,-2-2 2 0,3 0-10 0,0-1 6 15,2-4 1-15,-1-1-5 0,2-2 11 16,-2-3-12-16,2-1 0 0,1-3 10 0,-1-3 7 16,3-3-10-16,0-5 5 0,-8-1 2 15,3 0-13-15,12-15 1 0,-13 4 2 0,0-1-6 16,-2-4 7-16,-1-2 0 0,-2-1-1 16,-2-4-6-16,-2 12 6 0,0-7-4 0,0 1 6 15,0 0-1-15,0 1 5 0,0 2-11 16,0 3 4-16,0 4 1 0,0 7-4 15,-2-7 1-15,3 13-1 0,-1 8 1 0,0-6 11 16,0 6-14-16,9 19 4 0,-5-15-3 0,2 1 1 16,0-1-1-16,1-2 6 0,2-2-4 15,0 1-1-15,-1-3 9 0,1-2-9 0,1-2 2 16,0-2 3-16,-1-6-2 0,-9 0 2 16,10 0-4-16,14-14-5 0,-12 4 4 0,1-3 1 15,0-1 5-15,-4-4-6 0,3-4 6 16,-2 0-4-16,0-3 9 0,-1 3-6 0,0-1 0 15,-1 3-6-15,1 3 8 0,-1-1-2 0,2 2-3 16,-2 4 2-16,0 2 8 16,-4 7-12-16,1 2 2 0,-5 1-4 0,0 0 10 0,12 7-3 15,-7 1-4-15,-3 1-5 0,3 1 15 16,-3-2-15-16,3 2 3 0,-2 1 3 0,-1-3 0 16,-1 0 8-16,2-2-9 0,-3 1 0 15,1-5-1-15,-1 3-2 0,2-3 10 0,-2 1 6 16,0-2 1-16,0-1 12 0,0 0-19 15,-2 1-1-15,1-3 2 16,0-1 0-16,-1-1 4 0,-3-6-6 0,-1-1 2 0,-1-2-3 16,0 3 6-16,0 1-10 0,1 1 2 15,0 2 1-15,1 2 11 0,-2 2-6 16,4 2-10-16,3 0-2 0,0 0 1 0,-14 13 2 16,8-2-1-16,0 1 0 0,1 1 2 0,1 1 5 15,1 3-6-15,0-1-2 0,2 2 0 16,1-11 2-16,0 3-2 0,0 3-3 0,0-2 5 15,0 0 3-15,10 9-4 0,-6-15 10 16,-3-1 1-16,2 1-13 0,0-5-2 0,1 0 17 16,-1-1-11-16,1-1 10 0,3-6-17 15,1 0 3-15,-2-2 3 0,0-2-4 0,-2-2 9 16,-1-1-5-16,0-1-2 0,-3 0 5 16,0-1-4-16,0 9 12 0,0-2-12 0,0 2 1 15,0 0 0-15,0 3-4 0,0 5 2 16,0-8 2-16,0 11 11 0,1 0-10 0,0 15-1 15,-1-10 12-15,0 5-16 0,8 19 0 16,-4-10 2-16,0-3 14 0,2 0-15 0,1-3 1 16,0 2 1-16,5-4 3 0,1-1 14 15,0-2-16-15,1-3 5 0,0-3-2 0,0 0 4 16,-7-5-1-16,4 0-2 0,18-11 2 16,-15 3 7-16,0-2-10 0,-3-4 0 0,-1 0 0 15,0-4-3-15,-3-1 6 0,-4-3-2 16,-2 2 15-16,-1 9-21 0,0-7 1 0,0 0 5 15,0 0-3-15,-10-16 1 0,7 20 0 16,-1 2 0-16,1 6 3 0,1 2-2 16,1 2 13-16,-1 2-17 0,2 2 2 0,-3 2 1 15,3-1 4-15,-2 2-11 0,2 0 5 0,0 0-3 16,0 3 12-16,0 3-8 0,0-3-1 16,9 12 1-16,-6-13-2 0,0-3 3 0,-1-1-2 15,1 0 12-15,-1-2-17 0,2-1 3 16,-1-2-2-16,-1 0 14 0,5-5-18 0,-1-1 7 15,1-3 1-15,-1 0 2 0,1 3-11 16,0 0 5-16,-3 1-3 0,-1 3 11 0,1 1-8 16,2 2-3-16,-6 1 1 0,0 0 5 15,12 13 13-15,-4-2-21 0,-4 3 5 16,1 1 3-16,1 0 2 0,0 1-6 0,1-1-15 16,0 1-12-16,1-3-8 0,1-2-10 0,2-1-61 15,-1-2 12-15,0-2-153 0,-3-6-84 16,-3 0-11-16,6 0 18 0,10-9 22 15,-8-1 29-15,1-1 21 0,-3 0 2 0,2-4-7 16,-2-1 34-16</inkml:trace>
  <inkml:trace contextRef="#ctx0" brushRef="#br0" timeOffset="17470.89">22430 8242 274 0,'0'-3'303'15,"3"3"-64"-15,-3 0-37 0,0 0-28 16,4 9-22-16,-1 2-15 0,1 1-19 15,-2-1-2-15,-1 2-11 0,2 0-8 0,-2-4-10 16,2 0-9-16,-3-2-13 0,0-1 4 16,0-1-10-16,0 0 14 0,0-5-1 0,0 0-9 15,0 0-2-15,0 5-19 0,0-5 8 16,-7 3-6-16,4-3-6 0,0-1-2 0,-8-8-3 16,1 0-3-16,0-4 1 0,-1-2-5 15,3 0 3-15,-2-8-8 0,3 2-9 0,-2-3 11 16,2 1-4-16,3 0-3 0,2 0 1 15,1 3-14-15,0 4 12 0,1 10 1 0,0-1-7 16,12-4-4-16,-6 10-6 0,0 3 12 0,2 5-5 16,2 3 2-16,0 1 3 0,1 5-8 15,-1 0 1-15,-3 1 2 0,1 2 14 0,-2 4-5 16,0 2 7-16,-2-1-12 0,0 2 11 16,-1 0 4-16,1-1-7 0,-2 2 17 0,-2-14-16 15,0 6 0-15,0 3-4 0,0 1 2 16,-10 23 0-16,7-24 16 0,-3-6-16 15,2 0 26-15,1-3-21 0,0-5 4 0,2-2-2 16,-2-5 14-16,-1-1-27 0,3-2 5 0,1 2-4 16,-7-18-1-16,1 4 14 15,5-3-1-15,-4-1-23 0,5 11 1 0,0-5 1 0,0 1-3 16,0 2 21-16,0 1-26 0,0 0 22 16,0 4-16-16,0 4-3 0,6-8 17 15,-2 8-4-15,-1 2-18 0,-2-1 3 0,8 7 2 16,-1-1 16-16,1 0-25 0,-2 4 8 0,1-3 2 15,-1 2 10-15,0-1-12 0,6 1 1 16,-2-2-1-16,1-1 12 0,0 0-14 0,2-2 3 16,2-2 1-16,-5-3 19 0,-4 0-10 15,3 0-13-15,14-11 4 0,-11 3-4 16,-2-3 6-16,-1-1 1 0,-2-1 16 0,1-3-22 16,-2-1 2-16,-3 0 4 0,2-7 12 0,-2 3-19 15,-3-2 5-15,2 0 1 0,0 3-2 16,-2 3 15-16,2 2-2 0,-1 2-22 15,-1 6 6-15,-1 1 2 0,3 4 14 0,-3 2-18 16,0 0 4-16,4 9 2 0,0 3-3 16,2 2 13-16,-3 4-18 0,2-1 7 0,2-1 3 15,0 1 8-15,2-1-16 0,-1-1 8 0,2 0-3 16,-3-1 10-16,3-2-12 0,-3 0 0 16,2-2 20-16,-2-4 6 0,0-1-26 15,-2-4 6-15,1 0 19 0,-6-1-26 0,0 0 6 16,17-10 2-16,-10-1 7 0,-3-2-17 0,3-4 9 15,-4-4 0-15,4 0 2 0,-3 0-6 16,-1-4 3-16,3 1-7 0,-2 0 11 16,2 4-8-16,-1 1 3 0,1 1-1 0,1 3 20 0,0 4-32 15,-3 6 12-15,2 4 16 0,-6 1-12 16,0 0 10-16,15 17-17 0,-9-5-1 16,1 1 10-16,0 0-19 0,0 3 9 0,0-2 2 15,2 1 9-15,-1 2-11 0,2-2-6 16,-1-4 24-16,-1 2-26 0,0-3-8 15,2-2-20-15,-3-2-18 0,0-4-8 0,0-1-3 16,-7-1 1-16,10 0-3 0,11-12-11 0,-11 3 2 16,0-3 3-16,-1-1 4 0,0-5 4 15,-6 1 21-15,4-4-23 0,-2 2 30 0,-3-4 0 16,1-2 26-16,-3-2 13 0,0 9 23 16,0-5 7-16,0-4 10 0,0-1 13 0,0 1-4 15,0 3 2-15,-7-24-3 0,4 30 9 16,3 1-25-16,-1 6-1 0,1 5 1 0,0 6-10 15,1 3 22-15,2 2-22 0,0 10 17 16,0 4-19-16,0 6 0 0,-1-3 17 0,3 2 2 16,-2 3-17-16,-1-2-3 0,3 1 1 0,-3 1-8 15,3 0-2-15,-3 0 6 0,3-5 1 16,-3 1-3-16,4 0 2 0,-3-6-5 16,0 0-1-16,1-3 4 0,-3-4-9 0,2-2 19 15,-3-1-24-15,2-5-9 0,-2-2-2 16,0-2-26-16,-1-1-5 0,-1-2-7 0,-2-8-13 15,-2-1-1-15,-3-3-8 0,0 0 17 16,-1 2-4-16,-2 1 11 0,-2 1 1 0,0 2 7 16,0 1-6-16,1 4 14 0,-3 3-2 15,1 3-11-15,10 0 16 0,-4 0 1 0,-8 7 9 16,10-3 4-16,0 6-1 0,5-4 5 16,0 2 2-16,2-8-1 0,0 4-7 0,0 2 7 15,14 6 13-15,-2-6-2 0,-3-6-3 0,5 2 2 16,-8-2 5-16,5 0-2 0,16-9 8 15,-10 3-10-15,-1-3-4 0,1-1 2 16,-2 1 8-16,0-3-2 0,-2 2-13 0,-2-3 8 16,4-1 9-16,-3 1-18 0,-1 2 11 15,-2-1-8-15,-1 1 18 0,-1 2 3 0,-2 5-4 16,-2 2 23-16,-2 2-5 0,-1 0 1 16,0 0-14-16,0 11 11 0,-1 1-4 0,1-3 9 15,-9 15 4-15,6-8-6 0,0 3 15 16,-1-3-23-16,3 1 1 0,1-11 2 0,0 4-4 15,0 1 4-15,0 0-7 0,0-1 0 0,12 4 1 16,-7-10 20-16,-1-2-18 0,2-1-4 16,6-4 3-16,-6 3-3 0,14-11-4 15,-5 1 4-15,0-4 2 0,-2 2-9 0,0-4 4 16,-2-2-7-16,0-2 6 0,-2-4-1 16,0 2-6-16,-1 1 15 0,0 0-17 0,-3-2 0 15,0 6 0-15,0 0 16 0,-3 4-17 0,1 2-2 16,-1 5 4-16,-2 2-1 0,0 4 13 15,-1 1-14-15,0 2-1 0,0 1 3 16,-1 1-4-16,0 0 18 0,2 0-22 0,-1 9 4 16,0 0 18-16,0-1-23 0,1-6 2 15,0 2 1-15,0 1-1 0,0-2 2 0,0-1 3 16,0 0-4-16,5-3 21 0,-5-4-25 16,11 12 9-16,-8-10-1 0,1-4 2 15,-1 2 11-15,10-5-16 0,-2-1 2 0,1-4 1 16,0 1-1-16,2-3 14 0,-2 0-19 0,0-4 1 15,-1 1 9-15,0 0 11 0,-3 0 26 16,0 1-27-16,0 3 6 0,-1 1-4 0,-2 2 2 16,0 1 17-16,-2 4-31 0,-1-1 6 15,1 4 29-15,-1 0-40 0,-2 0 15 0,0 0-7 16,6 16 6-16,-3-5 9 0,0 3 27 0,0 0-43 16,0 3 12-16,1-1 24 0,1 1-4 15,-2-1 8-15,2 1-9 0,4 0 3 0,0-3-15 16,0-1-2-16,0 1-3 0,2-5 18 15,1 1 2-15,-1-2-4 0,-1-3 27 0,-2-2-1 16,1-1-1-16,-9-2-10 0,5 0-3 0,11-12-6 16,-8 2-12-16,-2-5 18 15,0-2-10-15,-2-3-6 0,-1-2-9 0,-2 0-6 16,2 0 7-16,0 0-9 0,-1 0-2 0,1 2-3 16,-1 1 0-16,-1 1-6 0,1 5-16 15,-2 8-16-15,0-1 2 0,0 6-79 16,0-5-15-16,4 1-46 0,-3 6-18 0,-1 2-26 15,2-1-42-15,2 7 23 0,2-1-213 16,0-1 29-16,2 1 39 0,-1-1 29 0,3-2 23 16,0 0 15-16,1 0 6 0,1 0 62 0,1-1-3 15</inkml:trace>
  <inkml:trace contextRef="#ctx0" brushRef="#br0" timeOffset="18100.41">23992 8028 421 0,'12'-6'234'0,"-2"-2"-32"0,3-1-6 0,-2-3-13 0,-1 1-2 15,0-4-5-15,-4-3 20 16,0-1-23-16,0 0 6 0,-3 2-1 0,-2 1-4 15,1 2 23-15,-2 4-49 0,0 10 3 0,0-8-21 16,0 2-7-16,0 6-25 0,-10-8-7 16,6 9-9-16,-4 6-8 0,-1 4 14 0,-1 2-29 15,1 1-6-15,0 2-5 0,1 2-11 16,3 0 0-16,-2-1-3 0,1 4-2 16,1-1-5-16,2 0 13 0,-1-2-26 0,3 0-5 15,1-2 15-15,0-6-8 0,0-10-1 0,0 7 24 16,0-3-4-16,8 5-2 0,-5-7-6 15,1-2-27-15,0-2 1 0,7-4-2 0,-2 1-13 16,3-6 17-16,-5 0 1 0,2-3-2 16,1 1 3-16,-4 0 0 0,0 1-4 0,0 0-1 15,0 5 8-15,-1 0-1 0,-1 3-11 16,-2 0-3-16,1 2 5 0,-1 2 0 0,-2 0-1 16,0 0 3-16,5 9 0 0,-1 3 0 0,0 0-3 15,-1 1 2-15,1 1 5 0,-2-2-7 16,2 0 7-16,0-2-4 0,2-2 3 0,1 2 1 15,0-4 25-15,4-1-2 0,-1-5-23 16,-1 0 0-16,-1 0-2 0,16-12 8 0,-9 3-3 16,-1-2 0-16,0-4-5 0,1-2 5 15,-3-1-1-15,-1-4 28 0,0-2 14 0,-2-6-17 16,0 0 20-16,-3-10-15 0,-4-2 7 16,1-3 1-16,-2 0 4 0,-1 0-2 0,0 22-2 15,0-7 17-15,0-4 7 0,-10-29-4 0,8 35-15 16,-1 5-7-16,0 2 5 15,0 6-9-15,-2 6-3 0,-3 8 3 0,3 4-6 16,-4 7-3-16,1 4-11 0,2 6 5 0,0 2 5 16,1 7-7-16,4 0 2 0,1 4-2 15,0-18-1-15,0 10-11 0,11 31 4 0,-4-24 8 16,4-3-7-16,0-2-1 0,1-3-6 0,2-3-2 16,-1-3 3-16,5-3-15 0,-1-4-73 15,0-2 9-15,2-3-95 0,0-3-25 16,-4-3-33-16,-9 0-57 0,12-8 29 0,-6 2-224 15,-1 1 39-15,-4-3 33 0,-4 3 34 0,0-2 36 16,-2 1 6-16,-1 6 29 0,0-6 15 16,0 6 49-16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6T14:51:28.70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684 8289 337 0,'0'0'291'0,"0"0"-22"0,0-6-9 16,0 6-23-16,-8-11 6 0,7 9-29 0,0 1-9 15,0-2-28-15,0 1-16 0,0 0-17 16,0-1-16-16,1 2 1 0,-1 1-40 0,1-2 19 16,1 4-8-16,2-1-22 0,5 9-15 15,2 3-13-15,1 3-3 0,1 2-4 0,0 2 12 16,1 1-26-16,0-2 4 0,-2 0-14 16,2 0 4-16,-3-2 10 0,2-3-18 0,-4 1-1 15,0-5 4-15,-3 0-7 0,0-7 2 16,-5-3-2-16,5-10 14 0,-2-2-22 0,-3-6 2 15,1-6 3-15,-1 13 0 0,0-10 17 0,0-3-26 16,0-2 9-16,-9-30-4 0,3 20-1 16,-1 4 22-16,0-1-29 0,0 4 7 15,2 0-2-15,0 6 25 0,2 2-23 0,-1 0-6 16,0 3 15-16,1 3-19 0,3 4 2 0,0 11 5 16,0-5-11-16,0 5 5 0,11-5 20 15,-8 8 0-15,6 6 3 0,0 1-35 16,0 3 8-16,1-1 5 0,-2 2 13 0,2-3-24 15,-4 1 14-15,1-4-9 0,-2 3 4 16,-1-6 2-16,-1 1 1 0,0-3 11 0,-1 1-16 16,0-2-1-16,-1-1 7 0,1-1 16 15,-2 0-20-15,0 0 7 0,0-6 10 0,0 3-19 16,0-1 25-16,-4-7-20 0,0 0 18 16,-2-1-5-16,-1 0-19 0,1 1 4 0,-1 0-1 15,1 4 2-15,0 1 0 0,1 0 18 0,3 2-30 16,-1 3 5-16,0-1 1 15,3 2 17-15,0 0-13 0,-3 10-4 0,5 5-3 0,-2-7 8 16,0 5 10-16,11 22-15 0,-4-10 2 16,0-1 1-16,3 2 2 0,-2 1 4 15,1 1-8-15,1-1 25 0,1-2-22 0,0 0 11 16,1-5-12-16,-1-1-1 0,1-2-2 16,-2-3 4-16,2-1 2 0,0-4 13 0,-1-6 4 15,-5-3-23-15,3 0 5 0,13-16-2 16,-12 3 20-16,-2-4-19 0,0-1 1 0,-3-3 17 15,-1-2-16-15,1-1 16 0,-3 0-15 16,-2 11 0-16,0-7 15 0,0-2-18 0,-14-24 5 16,7 24-1-16,0 1 4 0,0 2 10 0,-1 3 0 15,2 0-19-15,0 3 6 0,2 0 0 16,1 9 19-16,3 4-9 0,0 0 2 0,-5 9-18 16,6 5 3-16,-1-5-4 0,7 21 16 15,-1-8 4-15,2 2 0 0,2 2-24 0,-1-3 5 16,3 0 2-16,-2 0 3 0,3-3 16 15,-2-1-20-15,0-2 0 0,1-5 3 0,-1 2 10 16,2-5-10-16,-1-5-1 0,-2-2 4 16,-10-2 15-16,18-10-21 0,-8-1 23 0,-5-2-5 15,0-5-15-15,-1-2 4 0,-4 0-8 0,0 8 0 16,0-5-4-16,-12-22 1 0,2 14-1 16,-1 2 3-16,-2 1 4 0,-1 1-10 15,1 3-2-15,2 1 6 0,0 4 13 0,-1-1-17 16,2 4 0-16,3 5 3 0,3 5 2 15,4 0 2-15,-5 9 1 0,5 5-1 0,0-7-3 16,0 7 2-16,11 18 3 0,-3-13-2 0,1 0 15 16,1 1-15-16,2-1 2 0,1-2 13 15,1-2-19-15,0 0 3 0,0-5 10 0,0-1-13 16,1-4 4-16,-2-3 1 0,-7-2-2 16,14-9 1-16,-9 0 2 0,0-7 2 15,-3-1 1-15,-2-4-2 0,0-1 17 0,-2-3-18 16,-2 0 5-16,-2-4 8 0,0 15-11 0,0-9 14 15,-14-31-16-15,4 20 2 0,-6-4-3 16,-3-3 5-16,-1 1 0 0,-1 2 0 16,2 3 4-16,1 1-1 0,1 7 8 0,2 3-8 15,2 2 5-15,2 2-15 0,2 5 0 0,2 5 4 16,4 6 2-16,3 4 1 0,0 8 1 16,6 7 9-16,4 3-15 0,1 5 7 0,3 5 0 15,4 5 0-15,1 2 5 0,-1 6-5 16,6 3-3-16,0 0 2 0,-1-2 0 0,-1-2 8 15,-1-5 4-15,2-1-18 0,-2-4 7 16,0-3-1-16,-2-3-2 0,0-5 11 0,1-4-9 16,-2-5 5-16,2-3-2 0,-1-4 12 15,-10-3-12-15,14-9 0 0,-8-2 14 0,-4-4-8 16,0-1-8-16,-4-4 3 0,1-3-2 0,-4 0 1 16,-3-3 0-16,-1 13-4 15,0-6 10-15,-11-24-8 0,7 22 16 0,-1 0-17 16,-1 1 0-16,1 3 13 0,0 3-14 0,0 3 7 15,0 5-6-15,2 4 4 0,3 2 0 16,0 0 10-16,-6 8-17 0,6-1 15 0,2 10-11 16,-2-8-3-16,9 23 10 0,-5-11-8 0,3 0 1 15,2 2-3-15,2 0 0 0,0-1 1 16,0-2 14-16,-1-1-18 0,1-3 5 16,2-3-3-16,0-2 3 0,0-3 4 15,-1-2-6-15,-2-6 3 0,-10 0 1 0,20-11 0 0,-10-2-2 16,-2 0 2-16,-2-4 18 15,1-4-17-15,-4 0-2 0,1-1 3 0,-4-4-3 0,0 15 9 16,-9-22-13-16,1 10 2 0,-3-2-5 16,-3-1 6-16,2 1-4 0,0 5 9 0,-2 2-14 15,2 1 6-15,-1 4-2 0,4 3 5 16,-2 2 10-16,3 6-7 0,3 2-10 0,5 0 2 16,-4 20 1-16,6-3 1 0,-2-9 1 15,9 22 10-15,-3-8-4 0,1 1-7 0,2 1-1 16,1 3-1-16,2-5 6 0,0 2-2 0,1-2 0 15,0-2 7-15,2-3-10 0,-1-1 1 16,0-3 4-16,2-2 2 0,-2-4 11 16,0-5-18-16,-8-2 2 0,15-7 4 15,-7-4 16-15,-2-3-17 0,-3-3-2 0,-1 1 1 16,-3-3 15-16,-1-3-18 0,-1-1 3 0,-3 0 11 16,0 11-21-16,-10-25 10 0,4 14-10 0,-2 1-1 15,-2 1 3-15,0 2 5 0,3 2-2 16,0 3 6-16,0 3-3 0,1 1-4 15,1 5 13-15,2 3-15 0,3 2 1 0,0 0 5 16,0 0-2-16,-2 10 9 0,6 2-11 16,1-1 2-16,0 3 1 0,2-3-2 0,-1-1 15 15,3 0-14-15,2 0 7 0,-1-3 8 0,0 0-2 16,1-1-8-16,1-3 8 0,3-1-12 16,-8-2 2-16,4 0-4 0,14-9-1 15,-9 1 7-15,-2 1-4 0,-1-1 5 0,-2-4-4 16,-1 0 6-16,-2-2 2 0,2-2-3 15,-4 3 2-15,1 0-9 0,0 2 4 16,-2 5 12-16,-3-1-8 0,1 2 6 0,-2 2-11 0,2 0-1 16,-2 1 4-16,1 2 11 0,-2 0-2 15,10 10-14-15,-6 0 4 0,3 1-4 16,0 3 6-16,1-1 7 0,-1 4-15 0,2-3 1 16,-2-1 4-16,3 3 0 0,-3-3 8 0,4 0-7 15,-1-3 4-15,0-3 15 0,1-2 4 16,-1-2-21-16,0-2 4 0,-10-1-5 0,11 0 17 15,13-13-20-15,-14 2 3 0,0-1 3 16,1-4 0-16,-4-1 0 0,0-2 12 0,-4 1-16 16,-2-3 4-16,-1-1-3 0,0 9-5 15,-8-17 15-15,4 9-13 0,-2 2 3 0,-1 3 1 16,-1 1 4-16,2 3 14 0,3 6-21 16,-1 1 15-16,1 3-14 0,3 2 0 0,0 0 10 15,0 11-14-15,3 2 7 0,1 0-2 16,0 1 15-16,5 6-17 0,-1-2 0 15,2 0 10-15,1-3-14 0,2-1 7 0,-2-2-3 16,1 0 7-16,0-4 6 0,1-2-11 0,2-3 4 16,0-2 4-16,-8-1-1 0,15-15 1 15,-8 2 13-15,-1-1 1 0,1-3-23 0,-3-2 4 16,2 0-8-16,-3-4 28 0,-3 1-30 0,0-3 6 16,-3 1 1-16,-1-1 13 0,1 3-13 15,-1-1-5-15,1 4 27 0,-1 3-26 16,1 2 10-16,-1 6-16 0,0 3 6 0,0 0-2 15,1 5 2-15,-4 0 14 0,17 13-14 16,-9-5-3-16,4 4 13 0,-2 0-17 0,-1 0 7 16,0 0-6-16,-2 1 6 0,0-2 19 0,0 0-20 15,-3-4-1-15,2 0 2 0,-3-2 9 16,-1-2-11-16,1 1 8 0,0-2 32 0,-3-2-31 16,0 0-6-16,0 0-2 0,0-5 2 15,-3 3 8-15,-2-8 12 0,-2 1-21 0,-5-1 0 16,1 2 4-16,0 1 6 15,0 1 10-15,3 1 2 0,1 4-27 0,3 1 8 0,4 0-2 16,0 0 1-16,-18 12 21 0,12-1-32 16,2 5 21-16,4 2-18 0,-3 0 4 15,3-7 24-15,0 5-24 0,10 21 19 0,-4-20-27 16,-1 4 8-16,2-4 1 0,2 1-1 0,-1-4 8 16,5-2-9-16,-3-2 1 0,1-3 5 15,-1-6 22-15,-10-1-21 0,7 0-7 0,11-12 2 16,-9-1 2-16,-5-4 11 0,2-1-26 15,-6-4 1-15,0 10 1 0,0-8-19 16,-14-28-2-16,4 14 2 0,-3-2 14 0,-2-2-2 16,-2-1-5-16,-2-1 0 0,1 2 6 15,1 1 1-15,2 7 12 0,-1 4 0 0,3 1-10 16,3 8 6-16,5 3-3 0,2 7 14 0,2 6-12 16,2 5 2-16,3 8 2 0,5 6 4 15,-1 5 1-15,3 1 1 0,5 8 0 16,-1-1 9-16,5 3-12 0,-1 1-47 0,0-3-52 15,2 0 11-15,-4 1-289 0,4-4-2 0,1-2 59 16,-3-6 16-16,2-2 20 0,2-6 39 16,1-7-4-16,-1-4-7 0,-11-2 62 15,23-10-13-15</inkml:trace>
  <inkml:trace contextRef="#ctx0" brushRef="#br0" timeOffset="579.05">2863 7279 280 0,'-6'-22'409'0,"2"3"7"0,-3 1-83 0,3 2-26 15,0 2-38-15,0 3-28 0,2 6-26 0,1 2-22 16,1 3 16-16,4 3-34 0,2 7-1 16,1 3-18-16,0 3-14 0,3 3-19 0,0 0 12 15,3 8-25-15,-1-1-3 0,1 1-14 16,-1 0-7-16,0-1-14 0,-1-3-3 0,-1-1-15 16,-1-2 4-16,1-2-11 0,0-1-5 15,-3-1-13-15,0-2 22 0,-1-2 5 0,-2-5-2 16,-1-3-5-16,-4-6-5 0,0 1 1 0,0-5-9 15,-4-6-8-15,0-7-1 0,-4 0-4 16,1-5 9-16,-6-13-12 0,-1-4 5 0,-4-4-7 16,0-3-8-16,-1-3 5 0,2 0-7 15,2 3 8-15,2 3-8 0,0 4-2 0,4 4-4 16,0 4 7-16,5 5-5 0,2 4-4 16,1-1-3-16,2 15 8 0,0-2 4 0,10-6-8 15,-4 13-3-15,0 5-6 0,5 6 16 16,0 5-8-16,0 3 0 0,-1 3-6 0,0 4 16 15,0 1-3-15,-3 1-7 0,-1 1-2 16,-1 0-5-16,0-2 6 0,0 2 8 0,-1-2-6 16,-1 0-2-16,1-3-3 0,-1-4 12 15,1-1 2-15,-1-2-4 0,-3-4-2 0,2-2-1 16,-1-2 12-16,-1-2-3 0,2 0-7 0,0-2-7 16,-2 0-3-16,0 0 3 0,0 0-3 15,7 0-1-15,3 0 13 0,4 0-5 0,0 0 1 16,1 0-5-16,1 0-1 0,0 0 5 0,15 4-2 15,-16 4-4-15,-2 0-2 0,-4 6 2 16,-4 4 1-16,-3 0 9 0,-2-9-2 16,0 6-3-16,-8 20-5 0,2-17-4 0,-3 1 17 15,-1-2-7-15,-1 2-2 0,-3-1-2 0,1-2-40 16,-1-3-22-16,0 0 4 0,1-1-64 16,-4-4-3-16,5 2-26 0,0-2-22 0,0-3-20 15,6-3-28-15,3 0-12 0,1 0 21 0,2-2-54 16,4 0-10-16,1-2 23 15,8-1-13-15,0-2-25 0,2-1 8 0,2-1 8 16,1-4 16-16</inkml:trace>
  <inkml:trace contextRef="#ctx0" brushRef="#br0" timeOffset="1944.35">3127 7393 1216 0,'22'-18'123'15,"-3"-1"-16"-15,0 0 27 0,-2 0 31 0,-1 1 9 16,-4-1 9-16,0 2 9 0,-3-1 14 0,-1-1-10 16,-4-3-20-16,-3 2 45 0,-1 9-19 15,0-3-19-15,-10-22-18 0,0 20-21 16,1-1-21-16,-3 2 0 0,2 0-22 0,-4 2-6 15,0 1-7-15,2 5-9 0,3 3-7 16,2 3-9-16,7 1-4 0,-15 10-2 0,8-1-7 16,2 4-13-16,3 2 2 0,2-6-14 0,0 7-2 15,8 21 7-15,-1-13-7 0,0 0-8 16,4 0 10-16,0-1-6 0,1-2-7 0,2-2 2 16,-1-1-9-16,1-2 15 0,1-3-9 15,1 0 3-15,1-4-6 0,0-3 2 0,0-4-3 16,-10-2-1-16,4 0-7 0,14-16 18 15,-14 4-13-15,0-2 11 0,-2-1-13 0,-5-6 2 16,1 2 7-16,-3-2 0 0,-2 10-10 16,0-7 0-16,-14-23 7 0,6 17-6 0,-3-1-2 15,-2 4 0-15,0 2-6 0,1-1 15 0,0 6-7 16,1 1-2-16,1 4-5 0,2 7 5 16,8 2-6-16,0 0-7 0,-11 10 10 0,9 3 10 15,2 1-8-15,0-8 1 0,0 7-8 16,11 19 6-16,-3-13 4 0,0-3 3 0,0 0-17 15,3 1 17-15,-1-4-6 0,2 1 0 16,0-3-1-16,1-4 1 0,0-2 4 0,1-3 1 16,-7-2 0-16,3 0-15 0,14-13 4 15,-10 0 7-15,-2 2 0 0,-1-4 0 0,-2 0 0 16,-2-3 4-16,0-3 1 0,1-2 4 16,-2-2-5-16,1 1-10 0,0-1 9 0,0 1-3 15,2 3-5-15,-1 0-2 0,1 1 7 16,1 5-3-16,2 3 1 0,-2 1-5 0,4 4-6 15,-3 5 14-15,-1 2-2 0,-10 0 0 0,10 0 3 16,11 9 2-16,-8-2-1 0,-3 3-6 16,-1-2 16-16,-2-1-4 0,1 3-4 0,-1-1 0 15,-1 0-2-15,-1-1 13 0,-1-2-8 16,1-2-2-16,-3 0-1 0,0-2-9 0,-1 1 18 16,0-1-6-16,0-1 9 0,-1 1 5 0,1-1 10 15,-1 0-2-15,0 0-5 0,0-1-2 16,0 0-5-16,0-2 2 0,0 1-4 15,-1 1-9-15,-1-2 4 0,1 1 5 0,-1-1-3 16,2 1-3-16,-1 0-3 0,0-1-2 16,1 2 6-16,0 0-3 0,0 0-6 0,-7-7 0 15,6 6 8-15,0 0-7 0,-2 0 1 16,3-1-5-16,-1 1 1 0,0 1 7 0,-1-2-3 16,2 2 0-16,-1-1-4 0,-1-1 6 15,2 0-6-15,-1 2-2 0,1-1-2 0,-2 1 11 16,1-1-6-16,1 0 0 0,-1 2-8 0,1-2 3 15,-2 1 8-15,2-1-5 0,0 0 4 16,-1 1-4-16,1 0-6 0,0-1-1 0,-2 2 16 16,2-2-7-16,0 1 0 0,0-1-3 15,0 1 3-15,0 0 4 0,0 1-3 0,0-1-2 16,0 0 6-16,0 0-4 0,0 0 0 16,0 0-4-16,0 0 3 0,0 0 3 0,0 0-3 15,-4-1 1-15,4 0-9 0,0 1 1 0,0 0 2 16,-1-1 4-16,0-1 5 15,0 1-4-15,1 2-4 0,0-1-3 0,0 0 0 16,0 0 10-16,0 0 4 0,0 0-6 0,0 0-1 16,0 0-2-16,0 0 9 0,0 0-1 15,0 0-6-15,0 0-6 0,0 0 9 16,0 0-1-16,0 0 0 0,0 0-11 0,0 0 3 16,0 0-1-16,0 0 7 0,0 0 4 0,0 0-5 15,0 0-7-15,0 0 3 0,0 0-1 16,0 0 8-16,0 0-1 0,0 0 1 0,0 0-3 15,0 0-1-15,0 0 3 0,0 0 0 16,0 0 0-16,0 0 8 0,0 0 10 0,22 6 5 16,-9 2-3-16,3 0-3 0,-2 0 2 0,3 2 14 15,0 0-1-15,0-1 6 0,1 1-9 16,0-1 5-16,2-1 2 0,-2 0 5 16,1 0 6-16,-1-1-16 0,-2-1-4 0,-1-1 1 15,-2-2-1-15,-3 2 3 0,-2-2-12 16,-1 0 11-16,0-1-14 0,-4-2 8 0,2 0 22 15,-4 0-2-15,-1 0 20 0,0 0-40 0,0 0 4 16,0 0-2-16,2-10 0 0,-7-6-12 16,-1 3 6-16,-3-5-1 0,0 1-6 0,-4-2 18 15,1-1-26-15,-2 0 0 0,-2 0 3 16,-1-1-2-16,-1-3 11 0,0 3-18 0,1-1 6 16,1 4 1-16,3 2 18 0,-1 2-35 15,3 1 3-15,1 2-1 0,-1 3-2 0,4 5 4 16,7 3-8-16,0 0 7 0,-14 20 3 0,11 3-4 15,-1 1 4-15,2 2 1 0,1 4 12 16,0 3-18-16,1 2 6 0,-2 0 1 0,2-15 3 16,0 8 15-16,0 5-25 0,0 1 7 15,0 0-3-15,0 0 1 0,0-3-43 16,0-4-35-16,0 0-57 0,0-3 13 0,0-3-154 16,0-5-44-16,11 8 28 0,-9-23-241 0,0-1 21 15,-1-4 33-15,1-2 55 0,1-6 33 16,2-5 21-16,0-1 29 0,1-2 35 0,1 1 35 15,1-1 6-15</inkml:trace>
  <inkml:trace contextRef="#ctx0" brushRef="#br0" timeOffset="2555.46">3993 6948 291 0,'14'-9'349'0,"1"-1"-46"16,0 2-22-16,-4 0-29 0,2 1 10 0,0 3-31 15,-3-3-3-15,1 1-4 0,-1-2-7 0,-3 1-31 16,3-2-18-16,-2-1-9 0,-2 1-16 15,-4-2-9-15,1-1-6 0,-1 1-14 16,-2 3-12-16,0 1-20 0,-7-11-9 16,-2 5-18-16,-1 2 11 0,0-3-10 0,-5 3-5 0,2-1-9 15,-1 5 10-15,2 0-24 0,2 1 3 16,-2 1-5-16,3 4 6 0,9 1-16 0,-7 0-1 16,-3 9-2-16,5 5 3 0,3 5-7 15,2 2 4-15,0-10 3 0,0 8 12 0,9 20 13 16,-1-15-16-16,0 0 3 0,1-1-14 0,2 1 16 15,-1-3-10-15,2 0 3 0,1-2 4 16,1-2-3-16,0-4 4 0,-3 1-6 16,2-4 9-16,1 1 7 0,-1-7-7 0,-3-1-5 15,-10-3 1-15,8 0 8 0,10-10-12 16,-10-3 9-16,-1-2-7 0,0-3 3 0,-3-3 10 16,-1-4 2-16,-3 2-13 0,0 9-4 15,0-7-7-15,-7-30 1 0,0 19 0 0,1 0 3 16,2 0-8-16,-2 2 5 0,0 1 6 15,4 5 10-15,-3 2 11 0,0 3 2 0,1 1 3 16,1 2-5-16,-2 3 0 0,4 7-14 0,-2 1-5 16,5 10 8-16,-4-1-3 0,4 3-4 15,-2 6 5-15,0-5-10 0,10 16 4 0,-6-8-5 16,2 0 1-16,5 1-3 0,-3-2 7 16,3-1-9-16,5-4 4 0,-1 1 2 0,4 0-2 15,0-1-4-15,3-1 1 0,-1-1-5 16,-2 2 1-16,3-4 6 0,-4 0-7 0,0 1-6 15,1 0 3-15,-4-1-2 0,1 3 12 16,-5-2-11-16,-4 4 6 0,-3 0-4 0,-4 0 3 16,0-3 0-16,-10 12-8 0,2-5 5 15,-2 1-5-15,-4-4-22 0,-6 2-126 16,0-3 14-16,-2 3-219 0,-5-3 32 0,0 1-245 16,-1-2 50-16,-3 0 49 0,-1 0 44 0,-4-1 26 15,1 3 35-15,-1 0 17 0,-5 2 39 16,1 3 29-16,0 2 10 0,-2 0 23 0,0 5 1 15</inkml:trace>
  <inkml:trace contextRef="#ctx0" brushRef="#br0" timeOffset="3844.36">1110 9517 350 0,'-3'-2'319'15,"-6"-4"-40"-15,1-1-38 0,1-2-31 0,-3 1-12 16,1-5-33-16,1 1-2 0,-2-5-16 0,2 3-15 16,-1-4-9-16,1-1-13 0,-2 0-1 15,-1 1-19-15,-1-2-8 0,0-1 1 16,-3 2-8-16,2 1-1 0,-1 1-11 0,1 0 2 16,0 4-6-16,1 0 15 0,0 0-15 0,2 3 10 15,0 3-9-15,3 4-1 0,2 3 13 16,5 0-21-16,-10 13-16 0,9 0 13 0,1-6-31 15,0 9 6-15,0 4-3 0,13 22-1 16,-4-19-3-16,0 2-5 0,2-3 1 0,-1-1 15 16,2-4-30-16,0 1 0 0,-4-2 8 15,5-2 1-15,-2-3 4 0,0-2-11 0,1-3 5 16,-4-6-1-16,-8 0 22 0,18-10-30 16,-8 2 30-16,-3-6-22 0,0-1 4 0,-2-1-11 15,-3-3 7-15,0 0 0 0,-2 9 0 0,0-4 20 16,-13-21-22-16,8 17 7 0,-2 0-7 15,-2 0-1-15,-1 2-10 0,2 2 12 0,3 1 24 16,-1 3-33-16,2 5 7 0,1 2 2 16,3 3 0-16,0 0 6 0,-1 20-17 15,7-3 7-15,0 2 1 0,2 0-1 0,0 1-3 16,3-1 1-16,0 2 2 0,1-1 1 16,0-2 9-16,2 0-8 0,2-1-5 15,-1-4 5-15,0-1 2 0,2-2 17 0,1-3-25 0,-2-4 8 16,-9-3 2-16,3 0 0 0,12-12 7 15,-10 3-10-15,-1-4 27 0,-5-6-33 16,1-2 9-16,-6-1-2 0,-1-1 0 0,0 12 0 16,-10-23 12-16,2 9-14 0,-2 0 0 0,-3 0-1 15,0 2 23-15,-1 2-32 0,1 3 8 16,2 3 5-16,2 0-3 0,-3 1 20 16,5 4-35-16,1 4 0 0,4 4 10 0,2 2-8 15,0 7 11-15,4 3-4 0,3 2 4 0,1 5 9 16,2-2-21-16,4 0 31 0,-3 1-23 15,3-2 14-15,0-2-10 0,1 1-12 0,0-3 10 16,1-2 3-16,-2-2 20 0,-1-3-29 16,-1-3 14-16,-5 0-3 0,13-9 2 0,-7-2 24 15,-3-2-29-15,-2-2-10 0,0-1 29 0,0-3-18 16,-5 0-1-16,1-5 15 16,-3 0-21-16,-1 14 3 0,-8-24 21 0,5 12-32 15,-2 0 32-15,2 6-19 0,0 1 9 16,-1 2-16-16,2 4-8 0,1 3 9 0,-1 3 2 15,3 5 19-15,1 3-24 0,4 8 2 16,1 4 4-16,0 2 22 0,1-3-22 0,2 3-2 16,0 2-3-16,-1-2 0 0,1 0 23 0,0-1-28 15,1 1 7-15,-1-7 10 0,4 3-5 16,-1-4 27-16,-1-2-7 0,1-5-15 0,-13-4 0 16,10 0 0-16,12-10 4 0,-12-1-2 15,-1-6 13-15,2 1-16 0,-4-5 2 0,-3 0 27 16,0-4-39-16,-1 1 12 0,-3 11 1 15,0-6 6-15,-9-26-13 0,2 20 4 0,0 2-2 16,0 4 5-16,0 0 23 0,0 3-33 16,3 5 4-16,1 5-4 0,2 5 29 0,2 3-39 15,3 9 31-15,1 4-28 0,5 3 9 16,-2 1-1-16,1 1 2 0,1 3 8 0,4 0-10 16,2 0 0-16,-1-1 0 0,3-3 35 0,-1-1-35 15,0-3-19-15,1-5-33 0,2-3-57 16,1-2-102-16,-11-5 20 0,18-7-223 0,-14-4 41 15,-1-2 24-15,-5-4 14 0,1-3 56 16,0-1 17-16,-2-2 26 0,-1-4 13 0,0-1 15 16,1-3 17-16,3-2-7 0</inkml:trace>
  <inkml:trace contextRef="#ctx0" brushRef="#br0" timeOffset="4663.82">1895 8498 422 0,'-4'-4'235'0,"4"4"-45"15,0 0-14-15,4-2-22 0,4 12-6 0,4 6 8 16,0 6-3-16,2 4-5 0,2 4-23 16,1 4-15-16,0 3-8 0,0 0-14 0,1-1-16 15,-2 1 6-15,-2-1-12 0,-3-4-5 16,2 2-7-16,-4-7-9 0,0-1-8 16,-1-3 3-16,-2-4-8 0,1-3 5 0,0 2 4 15,-3-4 6-15,-2-7-3 0,-2-1-7 0,0-6 4 16,0 0-10-16,-6 0 7 0,-2-10-15 15,-2 1 2-15,0-3-6 0,-3-2-1 0,-1-2-3 16,3 4 1-16,0-2-6 0,-1 0-2 16,2 6 14-16,2-5-16 0,1 4 2 15,3 4-3-15,2 2-3 0,2 3 10 16,0 0-9-16,9-1-2 0,1 5 1 0,1 3 0 0,2 2 4 16,1 0-4-16,1-1 1 0,2 0 6 15,-3-4-7-15,3 4-2 0,-3-4 0 0,2-3 0 16,-12-1 0-16,6 0 0 0,0 0-1 15,11-13 0-15,-10 6-1 0,-4-7 2 0,2 0-1 16,-2-3 2-16,-3-2-1 0,-3 1 5 16,1-3-6-16,-2 8-12 0,0-2 3 0,-10-23 6 15,4 16-11-15,-1 2 2 0,1 2 5 0,-1-1 1 16,2 4-2-16,2 1 8 0,2 6-4 16,1 3-2-16,0 5 0 0,1 1 2 15,2 1-6-15,4 8 7 0,4 3 6 0,2 1 0 16,-3 2-7-16,1-2-4 0,-1 1 6 15,1-2-1-15,-1 1-3 0,0-3 8 0,-2-1-5 16,2-1-38-16,-3-7-40 0,-1 1-45 0,-6-3 11 16,0 0-253-16,7 0 29 0,4-18 20 15,-11 6 46-15,3-3 9 0,-3-1 6 0,0 6 30 16,0-5 7-16</inkml:trace>
  <inkml:trace contextRef="#ctx0" brushRef="#br0" timeOffset="4773.71">2253 8467 262 0,'-3'-2'242'16,"3"1"-62"-16,0 1-12 0,0 0-12 0,0 0-44 16,-3 3-73-16,6-1-5 0,-3 1-239 0,3 0-36 15,4 5-12-15,0 0 18 16</inkml:trace>
  <inkml:trace contextRef="#ctx0" brushRef="#br0" timeOffset="6041.3">2436 8514 360 0,'2'-4'239'16,"0"-9"-20"-16,-2 7-19 0,0-6-7 16,-8-18-24-16,2 11-8 0,-1-1-17 0,0 0 0 15,-3-2-11-15,-1-1-12 0,1 1-11 0,0 5-14 16,2 0 12-16,-1 0-7 0,2 4-3 16,0 5-22-16,6 5-8 0,1 3-3 0,0 8-7 15,3 8 1-15,5 5-16 0,1 8 7 16,2 6-2-16,4 8-3 0,4 7-21 0,5 14 10 15,3 7-13-15,1 1 1 0,1 3-8 16,2-1-1-16,0 0 7 0,-2-7-12 0,-1-2-2 16,-3-9 4-16,-1-5-1 0,-1-5 11 0,-1-7-8 15,-2-7 12-15,-2-2-5 0,-1-9-5 16,-3-4-4-16,0-7 7 0,-4-6-10 0,-10-4-4 16,9-7-10-16,-7-6-15 0,-2 2-17 15,-14-23-37-15,0 5-10 0,-3-4-19 16,-4-2-10-16,-3-3 7 0,-3 1 6 0,-1 1 13 15,4 3 5-15,-2 2-3 0,2 3 34 0,4 5-2 16,3 2 7-16,1 4 1 0,2 2-8 16,4 2 29-16,3 0-6 0,3 4-14 0,0 2 20 15,4 7-7-15,0-7 42 0,0 3-10 16,13-11-5-16,-5 3 20 0,3-1-7 0,1-1 5 16,0-2-1-16,0-2-10 0,-1-2 19 15,2-2-4-15,-4-1-7 0,1 0 0 0,-3 0-5 16,0 0 12-16,-1-1-7 0,-2 1-5 15,-2 0-11-15,-2-2 41 0,0 13 4 0,0-3 4 16,-10-17-18-16,4 15 3 0,1 5 23 16,0 1-4-16,1 4-10 0,3 6-3 0,-1 2-11 15,2 1 5-15,0 4 5 0,0-1-3 16,6 12-12-16,2 0 1 0,-2-1-5 0,2 1 4 16,2 0-7-16,0-1 3 0,1 0 0 15,2-2 7-15,0 0-16 0,1 0 14 16,-1-4-4-16,1-4 0 0,-2-2 1 0,-2-3-1 15,-10-1-5-15,20-8 3 0,-9-2 5 0,-2-4-4 16,-1-2 0-16,-2 0-5 0,-2-3-6 16,-1-2 3-16,-2-1 5 0,-1 11-1 0,0-6-2 15,0-2 5-15,-11-19-6 0,7 19-3 0,2 3 3 16,-2 2-3-16,3 1-4 16,-1 3 3-16,2 6-2 0,-1-2 2 0,1 6-3 15,0 0 15-15,0 0-12 0,5-1 0 0,-3 3 0 0,-1 1 0 16,2 0 4-16,-1 0-7 15,6 7 2-15,-1-1 7 0,0 0-5 0,-3-3-5 16,0 1 2-16,-1-1-1 0,0-3-1 0,-1 0 1 16,0-3 5-16,0 2-2 0,-2-2 1 15,0 0-3-15,0 0 1 0,0 0-5 0,4-10 3 16,-4 6-2-16,-1-8 7 0,-1 3-8 16,2 9 1-16,0-7 4 0,-4-2-7 15,3 4-1-15,-1 4 0 0,2 0-1 0,0 2 7 16,0-1 1-16,1 2-1 0,0 2-4 0,4 8 0 15,-1 1-4-15,4 1 7 0,1 3 3 16,0-1-4-16,-1-1-1 0,2 0-1 0,1 1-6 16,-1-5 16-16,0 1-8 0,1-2 2 15,-1-2 2-15,3-2 3 0,-2-6-3 0,-5 0 0 16,2 0-7-16,13-14 7 0,-11 6 1 16,0-4-2-16,1-2 5 0,-4-3-2 0,-1-2-1 15,-2 1-2-15,-1-2-1 0,-3-4 5 16,0 3 0-16,0 9 4 0,0-3-7 0,-10-16-1 15,9 16 1-15,-1 3 0 0,1 5 3 16,0 2 1-16,-1 4-2 0,4 1 0 0,-1 6-2 16,0-2 5-16,4 9-10 0,0 0-2 15,2 0 9-15,0-1 4 0,-1 1-5 0,1-3 6 16,0-1-5-16,1 1 1 0,-1-2 3 0,-1-5 8 16,-1 0-6-16,0-3 0 0,-5 0-3 15,0 0 0-15,11-11 2 0,-7 3 4 0,0-4-2 16,-2 0-1-16,-2 0 0 0,2 2 21 15,-2 10 5-15,0-7-3 0,0 1-7 16,0 1 21-16,0 5-16 0,4-5 17 0,3 13 1 16,2 4 18-16,2 1-34 0,2 7 12 0,3 4 8 15,5 14-2-15,2 5-3 0,1 5-7 16,4 3-15-16,3 5 6 0,0 3 3 16,-3 1-4-16,0 3-6 0,1-1-2 0,-4-3-1 15,-2-3 15-15,0-4-6 0,-4-5 39 16,-3-8 9-16,-1-2 7 0,-3-6 7 0,-2-4 5 0,-4-8-17 15,-3-1-9-15,-3-18-12 0,0 5-3 16,-18-7-36-16,6-14-3 0,-3-8-83 16,-4-8-37-16,-3-7-18 0,-4-7-14 0,-2-4-11 15,0-5-7-15,0 1 2 0,2 0 18 16,4 1-18-16,2 4-23 0,3 3 18 16,3 2-89-16,2 0-37 0,2 7-62 0,3 5-5 15,4 0 29-15,3 5 25 0</inkml:trace>
  <inkml:trace contextRef="#ctx0" brushRef="#br0" timeOffset="6842.82">3323 8317 275 0,'9'-13'87'0,"-4"4"94"16,1-1-18-16,-2 3-7 0,0 0 24 0,-2 0-27 16,3-4-19-16,-2 0-7 0,1-4 19 15,-3-1-11-15,1-1-2 0,-2-1-16 0,0-1-9 16,0 8-11-16,0-5-14 0,0-3-11 0,0 0 14 16,0 2-8-16,0 0-7 0,0 2-9 15,0 2-5-15,0 3-6 0,0 2 6 16,0 2-9-16,0 6 2 0,2-5-3 0,1 6 10 15,-1 3-21-15,0-1-1 0,7 7 15 0,-3 2-19 16,3 1 2-16,-5 0 4 0,3-2 0 16,-1 1-17-16,0-1-1 0,-2-4-3 15,0 1-2-15,-2-3 13 0,0-2-19 0,1 0 18 16,-2 0-5-16,0-2 1 0,0 0-7 16,-1-1-3-16,0 0 0 0,0-6 10 0,0 3-17 15,-3-9 3-15,3 3 0 0,-8-12-1 16,2 4 15-16,-3 1-22 0,1-2 1 0,-3 3 16 15,3 0-1-15,0 4-18 0,0 1 0 16,3 5-1-16,0 2 1 0,5 3 3 0,0 0-5 16,-7 11 5-16,7 7-4 0,0-8 1 15,0 4 14-15,10 22-16 0,-4-15 1 0,0 0 0 16,2 1 0-16,-1-3 15 0,3 0-20 0,-1-1 4 16,0 1 3-16,3-4-3 0,0-1 5 15,3-5 1-15,0-2 16 0,-1-6-17 0,-7-1 1 16,15-10 0-16,-7-2 4 0,-2-2 9 15,-1-4-1-15,-1-1-13 0,-2-11 7 0,-2 1-14 16,-2-1 6-16,0-2 19 0,-4-3-3 16,-1 17-24-16,-13-36 9 0,4 16-1 0,-4-2-1 15,-2 0 15-15,-2 0-19 0,1 3 15 16,1 4 29-16,3 4 35 0,1 4-6 0,2 4-7 16,-1 5-17-16,3 4 4 0,3 11-4 15,4 1 5-15,-3 11-6 0,6 7-3 0,3 7-6 16,2 3 21-16,3 3-8 0,2 6-3 15,2 0-16-15,1 6 13 0,1-5-3 16,2 0 7-16,2-4-5 0,1-1-8 0,-1-4-3 16,2-3 13-16,-1-4-2 0,2-3-7 0,0-7-5 15,0-3 15-15,-1-3-7 0,1-6-8 0,-13 0-7 16,17-11 2-16,-14-1 9 0,-1-2-9 0,-3-6-1 16,-5-2-7-16,-2-1-6 15,-3-4-8-15,0 14 11 0,-13-28-8 0,5 20 2 16,-2-1-8-16,2 6 5 0,-1-2-6 0,2 5 5 15,3 9 1-15,0 4-5 0,4 0 1 16,0 6-1-16,5 7 11 0,2 3-11 0,3 1 2 16,2-1 5-16,0-1-4 0,4-1-4 15,-1-1 18-15,2 1-1 0,3-4 4 16,-2-2-3-16,6-5-2 0,-3-3 11 0,-11 0-12 16,4 0 3-16,22-14-8 0,-19 4-9 0,-2-1-51 15,1 0 4-15,-7-2-229 0,-4 0 24 16,-2 1-253-16,-2 3 18 0,-1 9 65 15,0-6 43-15,-11-8 23 0,0 7 27 0,0 1 43 16,-2 2-6-16,1 0 48 0,-5 1 19 0,-1 3 34 16,-2 0-6-16</inkml:trace>
  <inkml:trace contextRef="#ctx0" brushRef="#br0" timeOffset="13970.41">835 10233 468 0,'-2'-2'228'0,"0"1"-21"0,1 0-42 16,0 1 0-16,1 0-24 15,0 0-14-15,0 0-12 0,0 9-13 0,0-5-13 16,3 9-5-16,1-3-8 0,-1 1-11 0,1 0-1 16,-1-3-9-16,0-2-3 0,-2-1-16 15,1-1 12-15,-1-1 18 0,0-2 4 16,1 1-6-16,-1-4-1 0,0 1-12 0,0-2-5 16,-1-2-2-16,0-11-6 0,0 5-3 0,0-5-4 15,0-5-10-15,-10-23 6 0,6 17-4 16,-1-2-4-16,0 0 4 0,-1 2-11 0,-1 1 5 15,2 0-1-15,1 3-4 0,1 4 2 16,0-1-7-16,-1 3-2 0,2 4-7 0,2 5 8 16,0 8 2-16,0 0 2 0,7-4-2 15,-3 7-3-15,4 6-4 0,0 1-2 0,0 4 6 16,2 0 1-16,-3 1-4 0,0-2 6 16,0 1-6-16,0-2 1 0,-1-2 1 0,-3-5-8 15,0 0 10-15,-2-2 7 0,2 0 2 0,-2-1 4 16,-1-2-3-16,0 0-2 0,0 0 1 15,3-8-4-15,-3 3 0 0,0-6 0 16,-2 0 0-16,2 6 8 0,-6-14-10 0,1 7-2 16,1-2-2-16,-1 3 1 0,-1-1-1 15,2 5 12-15,0 2-15 0,1-1-4 0,1 3-1 16,1 2 3-16,-1 1-4 0,2 0 4 0,0 4 1 16,6 7-1-16,0 4 0 0,0 0-6 15,2 6 7-15,0-2-3 0,1 0 1 16,2 3-3-16,0 0 11 0,-1 1-12 0,1 0 1 15,0-1 5-15,2-3-2 0,-2 0 8 16,2-4-10-16,-3-1 0 0,3-2 3 0,-2-3-3 16,-1-2 1-16,-2-3 2 0,-1-4-2 15,-7 0 1-15,17-8 2 0,-7-6 0 0,0-1 4 16,-2-1-5-16,-2-4 3 0,-2 1 9 16,-1 1-14-16,0-3 3 0,-3-1 0 0,0 12-1 15,0-6 5-15,0-1-6 0,-10-15 1 16,6 19 6-16,1 3 6 0,0 3-6 0,2 2 3 15,0 1-4-15,0 1-4 0,1 2 2 16,0 2 10-16,3 2-10 0,-1 0 7 0,6 12-14 16,3-1 6-16,1 2-4 0,-2 0 2 15,2 0 9-15,2 0-12 0,-2 1-1 0,2-1 2 16,-2-2 4-16,4-2 0 0,-3-4 2 0,0 2-5 16,0-3 4-16,-2-5 8 0,-6-2-1 15,3 0 9-15,7-10-5 0,-9 0 0 16,0-5 1-16,-1 0-1 0,-3-1 3 0,-1-2-6 15,-1 8 13-15,0-6-16 0,-15-14 2 16,7 13-5-16,-2-1 1 0,-4 2 13 0,-1 0-23 16,-3 0 2-16,-2 1 6 0,-1 1-2 0,0 0 12 15,1 5-13-15,4-1 7 0,0 5-2 16,-1 0-9-16,4 4-2 0,13 1 16 0,-9 0-17 16,-5 12 2-16,9-1 4 0,5 1 11 15,0-5 0-15,7 19-15 0,2-7-3 0,-1-3 13 16,4 2-15-16,-1-4 6 0,3 1 10 15,0-3 0-15,1-1-19 0,0 1 4 0,1-3 1 16,0-2 1-16,1-4-1 0,-9-3 6 16,4 0 0-16,14-11 5 0,-13 4-7 0,1-4-1 15,-3-2 3-15,-2-1 7 0,0-4-5 0,-3 2 0 16,2-3 0-16,-3-3-3 16,-2 1 3-16,0-1 2 0,-3 2 7 0,0 0-7 0,0 11-2 15,0-4 0-15,0-1-1 0,0 3 14 16,0 2-19-16,0 1 2 0,0 2 0 15,0 1 1-15,0 5 1 0,0 0-3 16,-3-5 2-16,5 8 1 0,0 1-1 0,5 6 12 0,0 0-16 16,2 3 2-16,-1 1 6 0,3-1-7 15,-1 2 2-15,1-4 14 0,-1 2-7 16,0-2-6-16,0-2-2 0,0 1 5 0,-1-5-3 16,1 1 2-16,-3-4-2 0,-1-1 4 15,-6-1 1-15,6 0 12 0,3-6-20 0,-1-2 5 16,1-5 2-16,-4 2 13 0,0-3-19 15,0-3 5-15,-1 2 0 0,-2-3 1 0,-1-1 13 16,-1 8-2-16,0-4-3 0,0-3-10 16,0 0-2-16,0 1 0 0,0 2 13 0,0 2-15 15,0 3 1-15,-9-5-2 0,9 10 2 16,0 3-7-16,0 2 4 0,4 1 3 0,-3 0 15 16,1 4 1-16,6 3-21 0,1 6 1 15,0-1 4-15,0 1 4 0,-1 3 5 0,1-2-13 16,2-1 7-16,0 1-1 0,-1-3 15 15,-1 0-20-15,-1-1 2 0,2-5 4 0,-5 0 2 16,1-5 17-16,0 0-23 0,-3-1 6 16,-3 0 3-16,14-8 13 0,-7 0-15 0,-2-3 2 15,-1-2 11-15,1-1-20 0,-2 0 6 0,2-2 1 16,-2 0 1-16,0 1 2 0,0-1-10 16,0 5 5-16,-3 2-1 0,1 2 11 15,2 1-25-15,-3 1-1 0,2 2 5 0,-1 3-4 16,3 0 10-16,-4 0-6 0,11 7 0 15,-3-1 0-15,2 1 1 0,0 3 5 0,0 0 1 16,-1 1 5-16,2-4 0 0,-1-2 8 16,0 1-15-16,-1-1 2 0,0-4 12 0,-2-1-17 15,-7 0 1-15,15-8 4 0,-6 0-1 0,-2-5 3 16,-1-3-3-16,-1 0 6 0,-1 0 14 16,-2 0-20-16,-1 0 3 0,-1 8-3 0,0-5 15 15,0 0-15-15,-8-12 3 0,5 16 4 16,-1 2-6-16,4 3 4 0,-3 1 17 0,3 3-16 15,0 3 11-15,1 1-17 0,4 11 4 16,0 3-3-16,2-1 4 0,2 5 6 0,2 4 13 16,4 9-8-16,4 3-16 0,-1 4 1 15,2 1 3-15,2 3 13 0,0 0-19 0,-1-2 6 16,1-2-1-16,-2-3 2 0,-3-5 8 0,0-2-10 16,-2-4 3-16,-2-6 12 0,-3-3 53 15,0-4-26-15,-2-3-6 0,-2-7 1 16,-3-5-6-16,-3 0 15 0,-2-13-34 0,-2-4 8 15,-2-4 1-15,-5-8-4 0,-6-3 0 16,-1-6 26-16,-3-5-12 0,-3-4-34 0,-3-2 9 16,-3-2 2-16,5-3-1 0,-3 5-6 0,7 2 3 15,1 5-3-15,2 3-3 0,5 4-3 16,3 5-2-16,3 6 15 0,4 3-16 0,2 1-8 16,1 13 9-16,0-3 1 0,12-1 19 15,-3 10-28-15,4 5 32 0,1 4-19 16,-2 5-7-16,2 1 26 0,-2 3-6 0,-1 3-9 15,0-2-19-15,-2 3 11 0,-2-1 0 0,-4 1-2 16,2-2 14-16,-2-1-14 0,0-3-1 16,-3-10-5-16,0 2 9 0,0-1-30 0,-11 3-23 15,6-7-6-15,0-3-7 0,-7-3-1 16,0-2 1-16,-1-1 11 0,3 1 7 0,2-1 5 16,1 1 1-16,4 2 1 0,-1 0 2 15,4 2-3-15,0 0 10 0,0 2 6 0,0 0 5 16,0 0-2-16,10 0 8 0,-6 1-9 0,10 5 12 15,0-2 1-15,-1-1 9 16,2 0-5-16,1-1 4 0,-5-2 4 0,-4 0-1 16,3 0-1-16,15-12 5 0,-11 4 5 0,2-3-1 15,-5-3 13-15,2-1-9 0,-2-2-1 16,0-1 10-16,-2-1-1 0,-2 1 8 0,0-2 0 16,-3 1 0-16,-1-5-2 0,-3 0 0 15,0 13 4-15,0-4 1 0,-13-21 0 0,5 20 15 16,1 1-7-16,0 1 24 0,1 3-20 15,-1 6 4-15,4-1-2 0,0 5-10 0,3 1-1 16,0 0-4-16,-2 10-2 0,3 2 13 16,-1-4-7-16,8 18-22 0,-2-5 7 0,3-2-1 15,-1 2 15-15,2-1-25 0,1 3 6 16,0-3 0-16,2-1-2 0,1 2-6 0,0-4 5 16,0-1-2-16,2-3 11 0,-2-2 4 0,0-1-24 15,2-4 6-15,-4-3 0 0,1-3 0 16,-9 0 5-16,12-11-7 0,-12 0 11 15,3-3-14-15,-3-1 5 0,-1-4 5 0,0 1-1 16,-3 9 3-16,0-5-8 0,-14-20 2 0,7 18 3 16,-5 0 17-16,1-3-29 0,-3 4 9 15,0-1 8-15,0 4-13 0,1 2 7 0,-2-1-2 16,3 0 16-16,1 5-24 0,1 1 5 16,3 3 2-16,7 2 0 0,0 0 10 0,-11 8-15 15,10-3 2-15,1 1 0 0,1 7 2 16,-1-5-6-16,7 13 14 0,3-7-10 0,1 2 10 15,-1-2-15-15,4-1 5 0,-1-2 3 0,2-2-3 16,2 1 0-16,-1-3 3 16,2-1 11-16,-4-1 4 0,-4-5-15 0,1 0 0 15,16-10 18-15,-11 6-24 0,-2-4 8 0,0 0 4 16,-4-4 7-16,-2-1-6 0,-1 0 12 16,0 0 21-16,0-2-3 0,-3 0-5 0,-2-2 12 15,-1 2-3-15,-1 8 8 0,0-7-8 16,0 1-7-16,0 1 0 0,0 2 3 0,0 0-12 15,0 3 12-15,0 1-4 0,0 0-4 16,0 6-19-16,0 0-1 0,0 0-2 0,0-5 18 16,3 8-23-16,6 4 1 0,-1 4 15 0,3-3-4 15,-1 3 0-15,1 0-14 0,1-1-1 16,-1 1 0-16,2-2 1 0,-1 1-4 0,0-2 5 16,0 0-4-16,2-4 0 0,-1 2 1 15,0-5 5-15,-3 0 3 0,-5-1-1 0,-1 0-14 16,13-10 1-16,-7 3 23 0,-3-2-9 15,0-1-7-15,-1 0 12 0,-2-4-8 16,0 2 3-16,-4-3 0 0,0 9-6 0,0-5 12 16,0-1-8-16,0 0 0 0,0 1 2 0,0 3 9 15,0 1-19-15,0 1 7 0,0 6 1 16,0-6-3-16,0 6-8 0,0 0 4 0,-5-6 12 16,6 8-13-16,1 0 3 0,0 1-4 15,5 5 1-15,-1 3-5 0,5-1 9 0,-4 0-5 16,3 0 1-16,0-2 0 0,0 2 22 15,-2-2-27-15,2-1 7 0,-1-1 2 0,-1-3-3 16,-1-2 9-16,0 0-3 0,-7-1 5 0,9 0 0 16,9-13-1-16,-8 3-8 0,-2 0 0 15,0-4-3-15,-3 0-1 0,1-3 8 16,-3-1-5-16,-1-1 1 0,0 0 1 0,-1 1 13 16,-1 8-7-16,0-4-13 0,0 0 2 0,0 0 0 15,0 2 0-15,0 4 1 0,0 1-8 16,0 2 2-16,5 1 20 0,-3 6-2 0,5 7-24 15,3 4 1-15,0 2 2 0,1 0-3 16,-1 0 3-16,1-1 20 0,2-1-1 0,1 1 1 16,-1-3-3-16,0-3-13 0,-1 0 1 0,-3-1 16 15,-1-6-4-15,-8-1-2 0,5 0 14 16,10-17-16-16,-8 3 11 0,-1-4 3 16,-1-3-4-16,-1-1-10 0,-4-2 17 0,0 12-3 15,0-7 2-15,-14-30 1 0,5 18-9 16,-3-3 18-16,-2-2-5 0,-3 2 1 0,0 0 0 15,2 3 3-15,-1 3-10 0,6 4 3 16,-1 2 4-16,1 3-6 0,2 6-1 0,2 5-1 16,3 4 1-16,3 4-5 0,0 10-1 15,5 2 0-15,3 6-2 0,2 1-7 0,0 4 12 16,2 3-3-16,4 3-1 0,2 5-4 16,1-4-1-16,0 1-13 0,1-4-17 15,-2-2 1-15,1-5-64 0,0-3-15 0,-2-5-2 16,1-3-26-16,0-4-16 0,-11-5-29 0,9-8 17 15,-11 0-287-15,-5 1 12 0,-4-6 18 0,-4 3 72 16,-4-4 18-16,-2 3 15 0,-5 0 12 16,-3 0 51-16,-2 0 7 0</inkml:trace>
  <inkml:trace contextRef="#ctx0" brushRef="#br0" timeOffset="14200.49">2814 8981 421 0,'-2'3'305'0,"2"-3"-31"0,8 0-22 16,6-7-19-16,1-2-11 0,5-4-14 0,2-3-1 15,1-2 2-15,2-2 7 0,3 0-25 16,-1-2 45-16,4-3-8 0,-1-2-27 0,-2 3-27 16,-3 2-9-16,-2 2-30 0,-3 2-48 0,-2 3-9 15,-3 1-127-15,-3 1-58 0,1 0 10 16,-7 5-330-16,-6 5 16 0,0 3 30 16,0 0 54-16,-9 0 10 0,3 2 27 0,0-1 24 15,-5 7 9-15,-1-2 8 0,2 1 36 0,0 1 17 16,5-3-7-16</inkml:trace>
  <inkml:trace contextRef="#ctx0" brushRef="#br0" timeOffset="16965.59">3690 8414 329 0,'-3'-4'443'0,"1"2"-110"0,-1-1-50 0,1 0-37 16,2 2-14-16,0 1-50 0,0 0-9 0,0 5-23 16,7 8-21-16,2 1-11 0,-1 2-7 15,2 2 2-15,1 3-30 0,2 1-10 0,-2 0-2 16,3 0-12-16,-1-1-3 0,-2 0 4 16,-1-2-19-16,0-3 1 0,1 1 7 0,-4-4-6 15,1 1 29-15,-1-5-6 0,-2-3 60 16,-2-3-15-16,-3-2-6 0,0-1-22 0,-1-5-1 15,-2-6-14-15,-4-4-6 0,0-4-7 16,0 1-8-16,-3-3-9 0,0 1 7 0,-3-4-11 16,-2 0-7-16,0-2 4 0,0-1 1 0,-1 4-18 15,1 0 6-15,2 1 0 16,2 1-6-16,1 5-4 0,-1 1-1 0,1 1 5 16,4 5-25-16,3 4 11 0,2 2 4 0,1 3-4 15,4 4-4-15,-1 0 13 0,8 10-9 16,-1 1 10-16,0-2-17 0,2 2 11 0,0 0-6 15,1-2 4-15,-1 0-8 0,1-1 11 0,0-1-6 16,0-4-11-16,-1 0 2 0,0-6-1 16,-7-1-1-16,2 0-2 0,11-9 0 15,-8 0 4-15,0-4-15 0,-3 0 4 0,-1-4 7 16,-1 1-2-16,0-4 1 0,-3 1 4 0,-2 9-1 16,0-6-7-16,0-2 12 0,-9-17-1 15,6 22 2-15,2 2 14 0,-1 4-22 0,0 1 4 16,1 2 4-16,1 2 1 0,0 3 19 15,2 3-2-15,4 8-17 0,1 2-5 16,3 4 1-16,-3 0 2 0,3 2-1 0,0 1 2 16,1 4-10-16,1-2 28 0,0 1-18 0,0-1 6 15,2-3-3-15,1-1 0 0,0-3-1 16,0-3 21-16,1-3-20 0,2-5 1 0,1-1 6 16,-12-4-4-16,12-8 4 0,-5 0-4 15,-1-4-1-15,-3-2-2 0,-3-5 2 0,2 0 0 16,-7 1 0-16,0-1-2 0,-2 8 2 15,0-4 3-15,-12-21-14 0,5 19 3 0,0-2 29 16,-1 0-3-16,-2 3-19 0,3 3-5 16,-1 3 0-16,3 4 1 0,1 1 0 0,1 5 2 15,3 0-13-15,0 0 12 0,-1 10-4 16,5 4 5-16,0-1-1 0,3 5 0 0,0 0 1 16,3-3-4-16,2 2 21 0,-3-3-11 0,3-1-17 15,3-1-2-15,-3-3 7 0,-1-2-9 16,3-4 5-16,0-3 4 0,-8 0 0 15,16-13 2-15,-8 2 27 0,2-1-24 0,-6-3-7 16,2-3 6-16,0-1-9 0,-4-1 9 0,-2-2 25 16,-3-1-34-16,-1-2 14 0,-2 10 5 15,-11-27-8-15,1 14 8 0,0 0-2 16,-2 2 0-16,2 3 1 0,-2 2 36 0,3 2 22 16,-1 4-5-16,3 0-12 0,0 4-6 15,3 7-3-15,4 4-2 0,2 5 0 0,2 6-15 16,4 2 5-16,0 3 3 0,5 3-4 15,-2 4-15-15,4 2 14 0,0 1-11 0,3 3 7 16,0 0-8-16,1-1-4 0,-3-3-3 0,0-2-6 16,-3-3 11-16,-1-5-14 0,0 1 0 15,-1-3 1-15,-1-1 0 0,-3-4-57 0,-4-5-17 16,-3-3-25-16,-3-3-5 0,0 2-6 16,-4-8-11-16,-7 0 6 0,-2 1 2 0,1-3 5 15,-4-1 19-15,-4 0 1 0,0 1 8 16,0 3 8-16,1-2 10 0,1 5 5 15,1-1 6-15,2 1 6 0,4 4 8 0,2 0 3 16,12 1 3-16,-5 0-2 0,5 0 2 0,-5 9 19 16,7-4-3-16,8 2 2 0,0 0 3 15,4-3 7-15,0-2 3 0,-7-2 12 0,7 0 8 16,1 0 7-16,18-13 4 0,-15 5 4 16,-2-2 25-16,-2-2-12 0,0-4 17 15,-4 0-8-15,0-1 19 0,-1-1 14 0,-3-1 1 16,0-2-6-16,-3-1 3 0,-3 1-1 0,0 8-2 15,0-3-10-15,-10-20 12 0,4 16-9 16,0 2-25-16,1 3 5 0,-1 4-7 16,0 0-11-16,5 5 1 0,0 3-13 0,1 3 8 15,0 0-6-15,0 9 3 0,2 5-7 0,3 5-1 16,2 0 3-16,0 4-8 0,3-2-1 0,0 2 11 16,1 1-5-16,-1-1 0 0,1 0-2 15,2 0-16-15,-2-4-1 0,2-2 1 0,-1-2 5 16,1-2 0-16,0 1-2 0,1-6 1 15,-2-4 0-15,0-3 4 0,-7-1 0 0,14-11 16 16,-8 2-3-16,-1-3-30 0,-3-4 5 16,0-3 2-16,-4-2-3 0,1-1 2 0,-3-1-1 15,1-2 1-15,-2 13 5 0,0-7 1 16,0 0-6-16,0 1 5 0,0 0-8 0,0 6 0 16,0 2 2-16,0 3 1 0,0 7 1 15,-3-4 0-15,4 8-1 0,4 7-2 0,0 4 8 16,1 1-2-16,1 1-6 0,0-1 0 0,1 2 20 15,1-1 0-15,-2 1-24 0,3-3 1 16,0-1 0-16,0-2 14 0,-1-2-2 16,0 0-5-16,1-2-6 0,-3-6 10 0,-7-2-2 15,8 0 8-15,12-15-3 0,-13 2 0 16,1-3-3-16,-2-2 0 0,-3 0-6 0,0-1-1 16,-3-3 9-16,0 12-2 0,0-6-7 0,-13-20 0 15,6 18 1-15,-1 1 0 0,-1 2-5 16,2 1 1-16,0 5 18 0,0 1 0 0,3 3-16 15,1 5-6-15,3 0 0 0,0 0 1 16,-3 16 6-16,3-2 7 0,0-4-8 16,11 18-2-16,-4-8 4 0,0-2 6 0,2 0-9 15,-1 0 0-15,4-4 10 0,-1 1-4 0,3-2 1 16,0-1 0-16,-1-4 18 0,1-5-5 16,1-3-6-16,-9 0-7 0,14-11 20 0,-9 1-10 15,-2-2-8-15,-1-3-5 0,-7 1 17 16,-1 6-2-16,0-4-21 0,-8-19 0 0,-3 12-12 15,-5 1-5-15,-1 0 6 0,0 1 3 16,-1 3 2-16,1 0 3 0,0 1 1 0,0 5 2 16,2 0-4-16,2 5 2 0,7 3 1 0,-2 0-9 15,-9 14 3-15,13-6 15 0,2 0-17 16,1 5 2-16,1-8 4 0,0 6-1 0,13 11 24 16,-6-11-38-16,0-3 13 0,4 0 4 15,3-2-2-15,3-4 6 0,-13-2 5 0,8 0 13 16,17-9-24-16,-12 0 8 0,-1-1-2 15,-1 0 0-15,-1-3 1 0,-1 0 5 0,0-1 3 16,-1-4-5-16,1 0 0 0,-2 1 3 16,-1-2 0-16,3 1 6 0,-2 1-2 0,-1 2 1 15,1 1-3-15,-1 1-9 0,1 4-1 16,-1 2 10-16,1 3-6 0,-1 4 4 16,-3 0 1-16,10 8 18 0,-7 0-4 15,0-2-12-15,0 2 5 0,1 2-11 0,-2-1 7 0,-1 2 2 16,1-4-1-16,-2 3 8 0,0-1 6 15,-3-3-12-15,0-3 20 0,-1-1 16 0,0 1 8 16,-2 0-3-16,-1-3-5 0,0-1-6 16,0 1-6-16,0-2 2 0,-3-1-9 15,-2-6-4-15,-4-1-8 0,-2-1 2 0,0 1-15 16,-5-1-5-16,2 2-3 0,-3-1-3 0,2 0-2 16,-1 4 11-16,1 0-7 0,2 4 4 15,3 2-3-15,3-1 0 0,7 1-3 16,-15 12-7-16,9-1 20 0,0 0-10 0,3 2 3 0,2 4 3 15,1-10 12-15,0 6-18 0,14 19 4 16,-5-13-11-16,0-3 19 0,1 0-7 16,0-3-1-16,0-2 2 0,3-5 6 0,-2 0-6 15,-1-5 0-15,-10-1-8 0,10 0 3 0,8-16 4 16,-11 4-3-16,-1-2 2 0,-1-2 14 16,-2 0-22-16,0-3 24 0,-3 9-13 0,0-7 0 15,0-2 16-15,-14-23-9 0,4 17 6 16,-7-4 0-16,2-3 2 0,-6 2 1 15,2-4 12-15,-2 1-5 0,0 2-3 0,3 2 9 16,1 3 23-16,1 6-4 0,2 0-7 0,3 2-12 16,1 7-2-16,6 1 6 0,-1 9-7 15,5 1-3-15,2 8-8 0,4 7-2 0,2 3 10 16,-1 0-8-16,7 3-1 0,0 4-7 16,3 4 2-16,3 2 1 0,1-1 5 15,2-3-4-15,1 2-2 0,-2-3-5 0,2-3 4 16,-3-4 9-16,0-2-4 0,2-4 8 0,-2-2 5 15,0-4 9-15,2-6 1 0,-13-1-5 16,4 0-4-16,17-15-1 0,-17 4-6 16,-4-2 2-16,-2-2-1 0,-2-2-13 0,-4-2 7 0,-2 8 4 15,0-5-7-15,-9-23 1 0,2 20-9 16,-2 0 9-16,2 3 2 0,1 0-6 16,2 5-1-16,-1 1-2 0,2 5-1 0,1 2 1 15,2 3-2-15,2 2-3 0,3 1 4 16,7 4 1-16,2 3-1 0,-1-1-4 0,3 1 1 15,1-2-3-15,0 2 3 0,3-1-9 0,1 1 11 16,-3-2 2-16,1-1-5 0,-2 4 1 16,-1-5-1-16,-1 1 3 0,-3-1 3 15,-3-1 5-15,-5 1 0 0,-3-4 6 0,-1 3 0 16,0-5-2-16,0 0 0 0,-15 12 3 0,1-10-6 16,-2-2-8-16,7 0 6 0,-4 0 2 15,-3 0-5-15,1 0-3 0,-18-8 5 0,19 8-7 16,3-1-3-16,3 1 3 0,2 0-2 0,6 0-2 15,0 0 4-15,-10 8-2 16,10-4-6-16,0 1 11 0,7 5-9 0,1 2 1 16,1 1-5-16,4-2 4 0,-1-1-3 0,1-1 9 15,3 2-3-15,-1-2-3 0,1 0 0 16,-1-3-20-16,0-2-49 0,0 0-71 16,-1-2 15-16,-14-2-161 0,10 0 27 0,0 0-296 0,9-14 45 15,-10 5 50-15,1-6 39 16,-1 0 32-16,1-2 28 0,-1-1 35 0,-1-1 20 0,1 1 28 15,0-1 18-15,1 0 24 0</inkml:trace>
  <inkml:trace contextRef="#ctx0" brushRef="#br0" timeOffset="17116.43">5704 7495 470 0,'0'0'586'0,"0"0"-3"0,0 0-46 16,0 0-88-16,0 0-50 0,0 0-55 0,0 0-81 15,0 0-129-15,0 0-14 0,-8-5-12 16,5 7-555-16,-6 7 29 0,-7-2 39 15,0 4 29-15,-1-1 32 0,-1 2 29 0,-6 6 8 16,-1 6 8-16,-4 5 68 0,-1 5 2 0,-7 13 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6T14:53:01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12572 5777 403 0,'-17'0'258'0,"16"0"-19"0,-1 0-14 0,2 0-25 16,-1 2 5-16,-1-1-12 0,1-1-22 15,0 0-7-15,1 0-9 0,0 0-24 0,0 0-7 16,0 0 3-16,-2 3 3 0,4-3 3 16,0 0 0-16,12-2-7 0,2-2-5 0,4-2-12 15,-2-1-15-15,5-1 16 0,1-2-9 0,4-1-3 16,-3-2-12-16,3 0-2 0,-1 1-9 16,-2-1 0-16,-1 0-16 0,-4 5-2 15,1-2-10-15,-2 0-1 0,-1 0 8 0,-3 3-5 16,-3-2 1-16,-4 1-1 0,-1 5-2 15,-4-2-8-15,-3 4-9 0,0 1 2 0,0 0-2 16,-11-5 0-16,-2 3-10 0,-4-1-5 0,2 3 9 16,-4 0-7-16,4 0-2 0,6 0 5 15,-2 0-7-15,1 0-1 0,2 0-3 16,-1 0-8-16,4 0 5 0,5 0-7 0,-6 0 1 16,6 0 3-16,-6-2-9 0,9 3 6 15,-1 0-5-15,9 4 7 0,0 0-3 0,2-1 5 16,-3 1 5-16,0 1-14 0,-1 1 6 0,0 1 0 15,-2 0-3-15,-3 3 0 0,0 0 8 16,-2 3-10-16,-2-7 7 0,0 2-5 0,-10 17-18 16,4-10 3-16,1-2-92 0,-4-1-18 15,1-1-21-15,-1-3-33 0,1 1-72 16,2-5 23-16,1 1-200 0,0-3 33 0,1-1 18 16,3-2 22-16,1 0 33 0,0 0 18 0,0-5 48 15,3 4 8-15,-1-3 10 0,8-1 17 16</inkml:trace>
  <inkml:trace contextRef="#ctx0" brushRef="#br0" timeOffset="994.66">12989 5725 291 0,'10'-6'302'15,"0"0"-26"-15,-2 1-20 0,1-1-20 0,-2 3-17 16,0-2-8-16,-4 1-16 0,1 0-15 16,4-4-11-16,-2-2 2 0,-5 4-26 0,2-1-3 15,0 0-33-15,-3 0-6 0,0-1-10 0,0 2 2 16,0-4-29-16,-9-11-2 0,3 10-5 15,-3 1-6-15,2 0-7 0,-4 1 9 16,2 3-26-16,1-1 0 0,-1 4 0 0,4 2-4 16,5 1 13-16,-5 0-25 0,0 0 5 0,-8 12-2 15,6 0-5-15,3 2 2 0,0 2-5 16,1 0 18-16,2 2-27 0,0 0 7 16,1-8 1-16,0 3 5 0,10 20-11 0,-5-18 2 15,0 1 1-15,4-2 0 0,0 0-2 16,-2-4 2-16,2 0 6 0,-1-3-11 0,-1-4 2 15,0-2 2-15,-1-1 16 0,-6 0-18 0,14-10 4 16,-5 3-3-16,-2-6 0 0,0-2 1 16,-4-1 3-16,1-1-11 0,-1-4 4 0,-3-1 5 15,0 9-1-15,-9-22 17 0,5 9-3 16,-5-1-18-16,-2-3 0 0,-1-2-3 16,-1-1 2-16,0-1 4 0,2 5 10 0,-2 1-21 15,2 4 6-15,0 0 0 0,2 4 13 0,2 4 3 16,-1-1-23-16,1 2 4 0,2 3 1 15,1 6 13-15,3 2-6 0,-1 1-14 0,2 3 8 16,0 0 0-16,2 13-4 0,2 2 14 16,2 4-11-16,1 1 2 0,1 3 5 0,1 6-4 15,2 0 13-15,-1 0-12 16,0-1-3-16,2 0 2 0,-2-3 2 0,4-2 12 0,-1-2-17 16,-2-2 6-16,3 0-2 0,-2-5 8 15,2-2-8-15,0 0 20 0,3-5-3 0,-3-1-21 16,0-3 7-16,-4-3-1 0,-4 0 16 15,3 0-6-15,11-13-15 0,-13 4 3 0,1-2-1 16,-5-2 4-16,-1-1-2 16,-2 7 7-16,0-4-13 0,0-3 6 0,0 2-1 0,-10-13 14 15,7 18-19-15,2 1 5 16,-1 0-4-16,2 2 0 0,-1 3 1 0,1 1 1 0,0 1 7 16,1 3 11-16,1-1-27 0,-1 1 8 15,3 11-1-15,1 0 11 0,-1-1-7 0,3 2-2 16,-1-2 1-16,0 1-7 0,3-3 9 15,0-1 0-15,1-1-10 0,-1-1 16 0,1-5-7 16,1 1 1-16,-2-3 1 0,-1-2 14 0,-8 0-17 16,6 0 5-16,14-11-1 15,-9 4 9-15,-3-3-12 0,-1 0 6 0,-4-2 3 16,0-5 21-16,0 2-27 0,-3-3 6 0,1 2 0 16,-1 5 2-16,0 2 6 0,0 9-12 15,0-7 8-15,0 7 6 0,0 0-17 0,4-6 4 16,-2 9-2-16,5 10 22 0,0 3-26 0,0 1 8 15,0 2 17-15,2 3-2 0,3 7-3 16,-1 2-1-16,1 6 9 0,-1 0 0 16,-1 1-11-16,1 0-1 0,-3-1 9 0,1-4-4 15,1-1 12-15,-2-3-4 0,0-2-2 16,0-3 26-16,-1-3 8 0,0-2-6 0,0-3 34 16,-1-2 9-16,-2-7-4 0,0-4-22 15,-4-3 3-15,0 0-8 0,10-20-8 0,-7 5-4 16,-3 4-10-16,0-7 2 0,0-3-12 15,-10-30-2-15,3 19-11 0,0 0 2 0,-1 0-6 16,0 0-6-16,0 2-2 0,1-1-9 0,-2 5 0 16,1 1 0-16,1 2-2 0,0 3-4 15,-2 3-2-15,3 0 1 0,0 2-13 0,0 3-14 16,2 4-20-16,1 1-18 0,0 2 7 16,1 1-79-16,-1 2-33 0,1 2-21 0,-2 0-39 15,4 0 23-15,0 0-159 0,0 0-66 16,-7 7 30-16,6-5 46 0,-1 0 13 0,0 1 20 15,0-1 36-15,-1 0 35 0</inkml:trace>
  <inkml:trace contextRef="#ctx0" brushRef="#br0" timeOffset="1681.3">13362 5569 287 0,'0'0'294'0,"0"-6"-26"16,-7-12-45-16,3 7-12 0,1-2-5 15,-3 2-10-15,2-3-16 0,0 1-9 0,1-1-10 16,-2-2-6-16,0-1-25 0,1 0-8 15,1 0-11-15,2 4-7 0,0-3-18 0,1 11-8 16,0-4-7-16,8-9-9 0,-2 9 2 16,1 4-19-16,-2 1-2 0,2 2-3 0,0 4 8 15,5 5-21-15,0 1 15 0,-2 5-19 16,-1 1 1-16,-6 3 8 0,-1 3-15 0,-1 3 0 16,-1-11-2-16,0 4 12 0,-12 25-20 15,4-18-1-15,1 0 13 0,-1 0-15 16,-1-2-18-16,1-2-10 0,-1-1-27 0,1-2-17 15,0-4-25-15,1-1-32 0,2-3-34 0,2-1 14 16,-1-6-219-16,4 1 4 0,0-2 31 16,3 0 25-16,-2-3 7 0,1 2 21 15,1-3 43-15,0 1-9 0,3-5-13 0</inkml:trace>
  <inkml:trace contextRef="#ctx0" brushRef="#br0" timeOffset="1983.21">13424 5483 367 0,'5'-14'325'0,"-1"0"-45"0,3 2-28 0,-2 1-19 16,2 3-28-16,-1-3-22 0,1 6-21 16,1-4-17-16,-1 5-4 0,1 4-19 15,1 0-14-15,-9 0-9 0,10 0-8 0,14 10-11 16,-14-2-10-16,2 2 6 0,-3 2-21 0,-2 0-1 16,-1 2-7-16,0 1-2 0,-5 0-2 15,1 1-5-15,-2-10 2 0,0 6-1 0,0-3-14 16,0 2 5-16,0-1-2 0,0-5 4 0,-10 6-7 15,8-8 1-15,0-2-4 0,-1-2-6 16,1-2 1-16,1 1-2 0,-3-9-8 16,1-3 3-16,-1-2-19 0,4 1-14 0,0 6-19 15,0-4-23-15,0-1-15 0,0-2-14 0,11-15-46 16,-8 17-7-16,3 4 13 0,-1-1-100 16,1 0-60-16,0 6-41 0,-2 2 35 0,-1 0 14 15,2 1 25-15,-5 2-3 0,0 0 3 0,4 0 20 16</inkml:trace>
  <inkml:trace contextRef="#ctx0" brushRef="#br0" timeOffset="4004.2">13660 5408 312 0,'5'2'200'0,"-1"-1"-13"15,0 1 3-15,0-2-22 0,0 0-7 0,-4 0 4 16,0 0-18-16,4 0-3 0,-4 0-27 0,17-10 0 16,-9 3-3-16,-3-2-7 0,-1 0-22 15,1-2 2-15,-3 1-17 0,-2 1 2 16,0 9-4-16,0-10-19 0,0-1 4 0,-11-8-8 15,5 10 0-15,2 2-3 0,2 2-1 16,-1 0-11-16,1 3-2 0,0 1-3 0,1 2 0 16,-1 1-4-16,0 0 1 0,1 3-14 15,1-1 9-15,0 12 0 0,0-8-2 16,0 5-4-16,8 17 1 0,-3-12-7 0,1-4 7 16,0 3-2-16,-1-4-11 0,2 0 11 0,0-2 0 15,0-4-1-15,2-1 5 0,-1-1 6 16,0-5 1-16,-8 0 8 0,11 0-13 0,11-11 1 15,-11 4 0-15,1-3-4 0,-1 0-4 16,-3-3 6-16,0-2 0 0,0 0-6 0,-3-6 0 16,2 3-4-16,-2-1-2 0,-2 0 9 15,-2 3-6-15,2 4-6 0,-2 0 5 0,1 3 4 16,0 2-10-16,0 2-1 0,-1 2 1 0,1 0 3 16,-2 3 7-16,0 0-11 15,0 0 6-15,0 0-5 0,0 0-2 0,7 7 1 16,-4-4 12-16,-2 0-8 0,0 0-1 0,1 0 5 15,-2-1-2-15,2 1-4 0,0 0-5 16,-1-1 10-16,1 0 0 0,-2 1-3 16,2-1-1-16,-1-2 7 0,-1 1-3 0,0-1-6 15,0 0 1-15,0 0 1 0,0 0 3 16,0-10-3-16,0 7-5 0,-2 1 2 0,1-1-6 16,1 1 7-16,-2-1 2 0,0 2-7 0,2-2 1 15,-1 3 6-15,-1 0 2 0,2 3-3 16,0 1-1-16,0 0 2 0,1 11 1 0,-1-8-7 15,6 19 3-15,1-7 1 0,-1-2 2 16,1-2-5-16,-1 1 8 0,5-1 11 16,0-3-4-16,3 1 4 0,1-4 5 0,1-1 0 15,1-4 7-15,0-4-7 0,-8 0-2 0,4 0-3 16,18-9 9-16,-16 1-18 0,2-3 20 16,-2-2-11-16,-4-1-6 0,-1 1-5 15,-5-3 1-15,-1 2 3 0,-3-2-7 0,-1 7 5 16,0-1-4-16,-13-18 5 0,5 13 5 0,-3 3-10 15,1 0 0-15,1 2 9 0,1 2-11 16,2 4 0-16,0 0 0 0,2 3 13 0,-1 1-17 16,5 0 3-16,0 0 1 0,-7 9-2 0,4 2 12 15,1 1-13-15,2 3 5 16,0-8-3-16,0 3 14 0,10 17-20 0,-5-14 3 16,0 1 2-16,2-1 2 0,2-2 8 0,-2-3-9 15,1 1 1-15,1-3-1 0,-1-2 16 16,-1-1-20-16,-1-1 2 0,1-2 1 0,-7 0 2 15,5 0 11-15,12-8-15 0,-7 0 5 16,-1 0-3-16,-1-6 2 0,-1 1 1 0,0 2 14 16,-4-2-15-16,0-1-2 0,0 2 0 15,-3 2 2-15,0 3-6 0,1 1 4 0,-1 2-3 16,0 1 2-16,0 1 0 0,0 2 8 16,0 0 3-16,0 0-16 0,0 0 4 0,11 19 1 15,-6-4 1-15,2-2-4 0,-2 1 8 16,0 2-4-16,2-2 4 0,1 2 7 0,1-2-13 15,2-1 9-15,-4-1 12 0,3-3 13 0,-2-1-16 16,-2-5 4-16,2 0 6 0,-8-3 2 16,7 0 8-16,3 0-18 0,13-17 3 15,-13 5 1-15,-1 0 3 0,0-5-16 0,-4-3 8 16,-2-1-3-16,-3 0 5 0,0 9 12 0,0-5-31 16,-14-27 5-16,4 14 4 0,-1-2-5 15,0 1-1-15,-1 3 11 0,3 1 9 0,0 4-32 16,2 6 7-16,0 0 3 0,4 5 13 15,-2 6-26-15,1 6 9 0,4 0 4 0,-1 8-1 16,3 5 12-16,2 2-17 0,0 4 5 16,3 1 2-16,-1 1 8 0,0 0-7 0,1-1-3 15,0 4 1-15,0-3 0 0,0 1 9 16,0-1 8-16,1-3-24 0,-3-1-3 16,2 2 10-16,0-4-1 0,-2-1 7 15,-2-1-10-15,1-5 9 0,-2-2-1 0,-1-3 22 0,-1-3-31 16,0 0 6-16,-1-3 2 15,-2-2 3-15,-3-5-11 0,-4-4 3 0,-2-1-1 0,0 1 5 16,-2 0-1-16,0 0-15 0,-1-1-5 16,1 0 1-16,0 4 0 0,-1 0 11 15,4 2-18-15,-2 3 2 0,2 2 0 0,4 4 1 16,7 0 13-16,0 0-10 0,-11 7 6 0,10-2-3 16,1-1 19-16,2 0-20 15,5 7 10-15,1-1-1 0,3-1 3 0,-1-1 8 0,2-2-13 16,5-2 3-16,-1-1 3 0,3-2 14 15,-10-1-9-15,6 0-9 0,5 0 20 16,22-11-6-16,-22 5-9 0,0 0 0 0,-2-2 1 16,-1-2 9-16,1 1-12 0,-4-3 4 0,-4 1 0 15,-1-2 8-15,-2 2-6 0,-2 1 0 16,-3 3 13-16,-1 1-20 0,1 2 1 16,-2 4 9-16,0 0-4 0,-2 0 13 0,2 4-15 15,-1 0 1-15,1 1 0 0,-2 9 16 0,2-8-17 16,0 4 2-16,9 14-2 0,-2-11 22 15,0 0-27-15,0-1 9 0,1-2 1 0,2-2 18 16,2-2-23-16,2-1 14 0,0-3 4 0,-6-2 5 16,5 0-11-16,18-13 6 15,-14 6-2-15,-2-2 9 0,1-4-19 0,-2 2 5 16,-3-3-10-16,3-1 12 0,-4-3 18 0,0 1-31 16,-1-4 3-16,-1 2 3 0,-1-1 1 15,0 2 16-15,2-1-24 0,-5 3 4 0,3 4 14 16,-2 2-18-16,1 3 10 0,-3 4-12 15,3 1 5-15,-6 2 9 0,0 0-17 0,16 10 22 16,-7-1-13-16,-2 1 12 0,1-1-20 16,-2 3 7-16,1-2 5 0,-1 1-2 0,-1 0 23 15,-2-5-31-15,1 3 14 0,-1 1 29 16,0-4-11-16,0-1-30 0,-2-2 16 16,1 1 11-16,-1-1-1 0,1-2 47 0,-2 1-10 0,0-2 4 15,0 0-14-15,0 0-7 0,-2-6-6 16,-2-4 2-16,-2 1 0 0,-2-4-11 15,-2-1-9-15,2-1 9 0,-2 2-6 0,-2 1-7 16,4 2 3-16,-2 3 5 0,3 0-19 16,-1 5 3-16,0 2-5 0,8 0 10 0,-5 0-6 15,-4 7 8-15,4 4 2 0,2 1-21 16,0 1 8-16,0-1 0 0,3 3 0 0,0-7 4 16,0 5-5-16,12 15-2 0,-8-13 2 0,3 0 16 15,0-3-12-15,0-2-3 0,1 0 7 16,-1-1-1-16,0-6 0 0,1-1 13 0,-8-2 5 15,7 0-4-15,0 0-7 0,7-12 14 16,-4 3-4-16,-3-2 0 0,-2-2-5 0,0-4-2 16,-4-1-2-16,-1 8 1 0,0-7-6 15,-9-28-5-15,1 12 6 0,0-1-3 0,-5-3-5 16,0-1-7-16,0 0 6 0,-1 2 3 16,0 5-3-16,4 2-4 0,1 4 0 0,-3 4 9 15,5 3-17-15,2 2 3 16,-1 5 4-16,6 5 4 0,0 6-4 0,1 6-2 0,6 7 12 15,0 5-4-15,3 1 0 0,2 6-1 16,-3-1 0-16,6 8-2 0,0-2 6 0,-1-1 5 16,0-1-5-16,2-2-3 0,-4-2-3 15,1-2-4-15,-2-1 7 0,2-2-8 0,-3-4-27 16,0 0 4-16,0-3-147 0,0-2-59 16,-3-5 21-16,-3-1-282 0,0-2 43 0,-4-1 22 15,0-1 44-15,0-1 15 0,-1-2 43 0,-1-1 29 16,-2 0 17-16,-4-6 41 15,-2-1 8-15,-2 2 31 0,4 0-22 0,-5 0 16 16</inkml:trace>
  <inkml:trace contextRef="#ctx0" brushRef="#br0" timeOffset="17788.63">17792 7450 222 0,'0'0'325'15,"0"0"-68"-15,0-4-6 0,0 4-12 16,0-6-21-16,0 6-14 0,0-6-27 0,0 6-20 16,0-4-12-16,0 4-7 0,0 0-18 15,0-5-14-15,0 5-9 0,0 0-9 0,0-5-4 16,0 5 1-16,0 0 4 0,0 0-4 16,0 0-17-16,0-5 1 0,0 5-8 0,0 0 22 15,0 0-27-15,0 0 28 0,0 0-35 0,0 0 10 16,0-5-1-16,0 5 6 0,0 0-19 15,0 0 4-15,0 0-5 0,0 0-5 16,0 0-8-16,0 0 5 0,0 0-2 16,0 0-5-16,0 0 4 0,0 0-10 0,0 0 5 15,0-4-9-15,0 4-1 0,0 0-2 0,0 0-2 16,0 0-5-16,0 0 2 0,0 0 0 0,0 0-2 16,0 0 22-16,0 0-5 0,0 0-31 15,0 0 8-15,0 0 2 0,0 0 0 16,0 0 8-16,0 0-19 0,0 0 15 0,0 0 3 15,0 0 0-15,4-8 6 0,-4 8-1 16,2 1-2-16,-1 1 14 0,-1 0 7 0,3-1-10 16,0 2-2-16,-2 0 7 0,6 7-1 15,-1 0 3-15,-2 0 10 0,3 2-20 0,-3 1-1 16,-1 0 14-16,1-2 0 0,1 1 2 16,-1 1-1-16,-3-4-10 0,1 5-1 15,0-3 4-15,1 1-5 0,-1 1-1 0,-1-3 10 16,-1-2-4-16,0 6 3 0,0-9-3 0,0 0-3 15,0 3-6-15,0 0-6 0,0-2 10 16,0-1-8-16,0 0-2 0,0 0 10 16,0-5-18-16,0 6 6 0,0-6 9 0,0 5-5 15,0-5-9-15,0 6 1 0,0-6-7 0,0 3 7 16,0-3 10-16,0 0-15 0,0 6 2 0,0-6 7 16,0 0-4-16,0 5-2 0,0-5-7 15,0 0-2-15,0 0 12 0,0 0-3 16,2 7 3-16,2-7-8 0,-1-2 1 0,6-6 7 15,3 0-5-15,0-3 3 0,2 0-4 16,-1-1-6-16,1 2-1 0,0-3 12 0,0 1-1 16,1 0-7-16,-1 4 0 0,0-4-5 0,-3 3 4 15,2 0 7-15,-1-3-8 0,0 4 8 16,-2-2-9-16,-2 3 4 0,-1 4-3 0,-1-1 1 16,-3 0 6-16,1 2-4 0,-2 0 3 15,0-1-3-15,-1 2-3 0,2-1 18 16,-1 2 5-16,-2-3-7 0,0 3-9 0,0 0 4 15,0 0 3-15,0 0 0 0,0 0 0 0,0 0-10 16,-8-3 5-16,4 2-6 0,2 1 7 16,-1-1-6-16,-2 2-4 0,1-1 16 0,-1 1-9 15,2-2 0-15,-2 2-11 0,5-1 10 16,0 0-4-16,-7 0-10 0,7 0 24 0,-5 0-12 16,5 0-1-16,-6 0-10 0,6 0 21 15,-5 0-8-15,5 0-4 0,0 0 1 0,0 0-4 16,0 0 2-16,0 0 3 0,-8-2-3 0,11 1-5 15,-1 1 3-15,0 0 8 0,1 0-7 16,0 0-5-16,1 0 3 0,1 0 6 0,-1 1-4 16,1 0-1-16,0-1-4 0,9 7-1 0,-3-2 5 15,-5 0-1-15,1 3 6 16,-3-2 1-16,-1 1-14 0,0 0 7 0,-3 0 4 16,0-2-7-16,0-5-3 0,0 9-12 0,0 1-23 15,-10 16-44-15,3-14 7 16,3 1-35-16,-3-2-29 0,2-2-4 0,0 1-22 15,-2-1-12-15,2-4-13 0,1 0-28 0,1 0-24 0,0-3 21 16,1-1-200-16,0-1 10 16,1 0 58-16,1 0 2 0,0 0 28 0,0 0 35 15,0 0 20-15</inkml:trace>
  <inkml:trace contextRef="#ctx0" brushRef="#br0" timeOffset="19205.66">18303 7486 267 0,'1'-1'286'16,"1"1"-40"-16,0-1-25 0,-1 1-30 0,0-2-18 15,0 1-13-15,-1-1-16 0,2 1-27 16,-2-3 11-16,1 1-21 0,0-2 4 16,-1 2-14-16,0-2-6 0,3-7-16 0,-3 2 6 15,0 4-1-15,0-2-12 0,0-2-8 0,-8-11 2 16,2 13-3-16,1-2-5 0,1 3-4 16,-1 2 2-16,0 2-16 0,0 0-2 15,0 2-6-15,5 1-7 0,-9 0 9 0,-10 12-3 16,9-6-11-16,-2 6 0 0,3 0 3 15,-1 1-13-15,1-2 8 0,2 3-1 16,1 0-2-16,0 1-1 0,2 0 8 0,2 2-8 16,0-4-2-16,0 1-6 0,2-7 6 15,0 4 8-15,9 9-14 0,-4-10 0 0,0-1 2 0,0-4-5 16,0 0 9-16,0-3-4 0,1 1-3 16,-3-1 2-16,-3-2 9 0,9 0-8 15,6-12-1-15,-4 4 0 0,-3-3-1 0,1 2-1 16,-2-3 4-16,-2 0-5 0,0-4 15 15,0 2-17-15,-2-4 4 0,-2 0-2 0,-1-4 1 16,1-4 0-16,-1 14 12 0,0-6-13 16,0-4 2-16,0 0 8 0,-9-25-15 0,5 22 4 15,0 1 3-15,1-1 9 0,-2 1-14 0,0-2 2 16,1-1 11-16,0 3-6 0,-1 1-5 16,2 1 0-16,1 0 9 0,-3 1-14 15,3 5 2-15,-1 2 12 0,-1-1-8 0,1 6 4 16,1 1-4-16,1 2 2 0,0 1 9 15,0 2-13-15,0 1 2 0,0 2 5 0,1 0-7 16,0 0 4-16,0 0 3 0,-2 9-4 0,2 6-3 16,0-7-2-16,0 6 6 0,0 1-2 15,10 20 2-15,-8-15-6 0,2-1 0 16,0 4 3-16,0-1 1 0,2-4 11 0,1 1-14 16,-3 2 3-16,2 0 2 0,1-2-5 15,-1 0 3-15,0 1 1 0,1-2-1 0,1-2 0 16,2 1 7-16,-2 1-2 0,0-2-4 0,3-2 1 15,-3-2 11-15,2-3 1 16,1 1-12-16,-4-3-1 0,-2-2-4 0,5 1 6 16,-3-3 3-16,0-2-10 0,-2-1 0 0,-5 0 3 15,5 0 0-15,-5 0 5 0,16-15-8 16,-8 4 6-16,-5-3-3 0,2 1-1 0,-2-1 7 16,0-2 3-16,-3 2-12 0,1-1 2 15,-1 6-4-15,0-1 5 0,0-3 1 0,0 1-4 16,0 1 7-16,0 2-1 0,0 1-2 15,-10-4 7-15,8 9-12 0,1 1-1 0,0 2 5 16,0 1-3-16,0 1 10 0,1 1-3 0,-1 1-6 16,1 1 1-16,4 9 15 0,-4-6-16 15,0 3 2-15,5 14 5 0,-3-13-7 16,3-1 0-16,0 0 9 0,-1-5-10 0,3 2 4 16,-2-2-5-16,0-3 6 0,-1-1-2 15,1 0 1-15,0-2 6 0,-5 0-11 0,0 0 4 16,8 0 0-16,10-16 3 0,-9 9 0 0,-3 0-2 15,0-5-2-15,-1 1 5 0,1 0 0 16,-1 0-3-16,1 1 2 0,-3 4-2 16,2 1-1-16,-2 2 2 0,0 1 8 0,-3 2 13 15,0 0-18-15,12 15 9 0,-5-1 6 16,1 6 17-16,-1-2-24 0,1 5 4 0,0 2 1 16,0 2 16-16,-1 3-17 0,3 1 8 15,-1 4-1-15,0-2 6 0,1 4 19 0,-1 0 9 16,0 0-6-16,-1-4-5 0,-1-2 25 15,-2 0 6-15,0-2-1 0,0-3-16 0,-1-1 8 16,0-4-7-16,0 1-2 0,0-5 2 16,-1 0-4-16,0-5-7 0,-1-3-12 0,-2-5 3 15,1-2-4-15,-2-2-3 0,0-3 0 16,-1-2-1-16,-2-8-8 0,1-3-6 0,-4-6-3 16,-1-4-5-16,-1-1-1 0,0-2 7 15,-2-4-5-15,0 1-6 0,-1 0 1 0,1-2 1 16,-1-2-10-16,2 1 8 0,-1 0-6 0,1-3-7 15,0 2 1-15,2 3 10 0,1-2 1 16,1 5-5-16,1 1 3 0,1 6-16 16,1 0 8-16,2 1-1 0,1 13-8 0,0-4 1 15,10-13 5-15,-5 18 1 0,2 1 8 0,-1 3-8 16,0 2 2-16,-1 2-5 0,-5 0-1 16,0 0-5-16,13 7 3 0,-7 2 7 0,1 0 1 15,-3 3-3-15,-3 0-2 0,0 2 1 16,-1-7 3-16,0 4-10 0,-9 14-1 0,6-12-18 15,-1 0-54-15,-2-1-10 0,1-3-10 16,-1-3-3-16,2-1-31 0,-3 0-23 0,1-4-10 16,2-1-40-16,-1 0 19 0,5 0-72 15,0 0-32-15,0 0-49 0,-9-7 14 0,7 3 23 16,2 1 11-16,0 0 8 0</inkml:trace>
  <inkml:trace contextRef="#ctx0" brushRef="#br0" timeOffset="19511.2">18696 7192 227 0,'2'-3'358'0,"1"-2"-77"0,0 2-21 15,-1-1-34-15,-1 1-13 0,2 2-18 16,-1-1-23-16,0-1-20 0,2 3 5 0,-1-1-30 16,-3 1-11-16,0 0-11 0,11 0-1 0,15 15-13 15,-13-7-17-15,-1 1-9 0,-1 0-6 16,-1 2-6-16,-1-1-6 0,-1 1-1 0,-1-1 1 15,-2 4 2-15,-2-2-10 0,-3-2 2 16,0-2 10-16,0-8-21 0,0 9 7 16,0-2-2-16,-11 7 15 0,7-10-25 0,1-4 2 15,-1 0-1-15,1-4 1 0,-1 1-12 0,-6-6-3 16,3-7-17-16,-1-2-6 0,2-2-18 16,2-1-24-16,1-3-3 0,0 0-10 15,3 2-14-15,0 12-25 0,0-6-24 0,9-14-22 16,-2 17 15-16,3 0-113 0,-2 2-56 15,3 1-20-15,-1 2 40 0,2 3 19 0,-2-1 8 16,-1 3-15-16,-2 2 47 0</inkml:trace>
  <inkml:trace contextRef="#ctx0" brushRef="#br0" timeOffset="21564.59">18922 7070 215 0,'3'3'215'0,"0"0"-45"0,-1 0-2 15,1-2-8-15,-1 0-20 0,1 0 1 16,1 0-16-16,-1-1-19 0,-3 0-7 0,0 0 1 15,10 0-11-15,8-13-16 0,-10 5-4 0,1-1-1 16,-2-2-11-16,0 0-10 0,-3-2 2 16,0 0 1-16,-2-1-11 0,-2-2-5 0,0 8-8 15,0-3 6-15,0-2 17 0,0 2 5 16,0 1-8-16,0 1-10 0,-9-2-3 0,8 7 14 16,-3 4-20-16,2 2 10 0,0 1-11 15,-1 2 7-15,0 7-4 0,0 3 6 0,1-1 3 16,0 5 0-16,2-1-5 0,0-8 7 15,0 4-4-15,0 2 7 0,10 16-9 16,-5-17 0-16,1-1-2 0,-1-3-11 0,2-1 13 0,1-1-10 16,2-4 16-16,2-1-19 0,-2-3 3 15,-10-1-4-15,10 0 7 0,14-10-9 16,-14 3-5-16,4-2-2 0,-4-2-2 0,0-1 11 16,-2-4-14-16,0-1-2 0,-2-1 3 15,3-3 1-15,-2 0 9 0,-2-2-17 0,2 1 0 16,-1 4 3-16,1-2 1 0,-1 4-3 15,-2 1 6-15,2 4-5 0,-4 4-3 0,1 3 2 16,0 3-1-16,-3 1 8 0,0 0-4 16,0 0 10-16,8 12-13 0,-6-10 4 0,-2 3 2 15,3-1-10-15,1 8 2 0,-3-4 1 16,2-1 0-16,0-2 13 0,-1 0-16 16,0-2 0-16,1 0 12 0,-2-1-12 0,1-2 6 0,-1 0 5 15,-1 0-10-15,0 0-5 0,0 0-1 16,13-16-8-16,-9 3-25 0,-1-2 1 15,-1 3 2-15,-1-3-5 0,0 1 2 0,-1 3 5 16,0 11-10-16,0-8 18 0,0 1 3 0,0 0-2 16,0 7-6-16,-7-10 21 0,4 10 5 15,1 1-3-15,0 0-13 0,-1 2 12 16,-1 7 22-16,-3 2-2 0,4 3 7 0,0 1 5 16,2 3 1-16,1 0 6 0,0-11-4 15,0 5-1-15,0 3-3 0,10 16 12 0,-5-17-14 16,0-3 3-16,2-1-1 0,0 1 0 0,3-5 3 15,1-3-3-15,4-1-8 0,-1-3 0 16,-8 0 3-16,4 0-2 0,17-10 0 16,-14 2 1-16,2-3-4 0,0 0-1 0,-2-2-2 15,-1-2 12-15,-1-1-15 0,-3-1-5 16,1-2 8-16,-4-1-2 0,-1-2-3 0,2 2 8 16,-3-1-14-16,-3 12 4 0,0-3 10 0,0-1-10 15,0 4-2-15,-9-6 2 0,7 14 2 16,-3 1 9-16,3 1-16 0,-1 3 1 0,-3 5 2 15,0 4 0-15,-1 1 5 0,2 1-2 16,1 0 0-16,1 0 0 0,0 2-1 16,2 0 3-16,1 0-3 0,0-11 4 0,0 6 1 15,0-1-3-15,0-3-1 0,0 1 11 0,10 9-13 16,-6-13 0-16,0-2-2 0,0-2 3 16,-1-1-8-16,1-1 0 0,-1-2-3 0,0 0-8 15,2-7 6-15,1 1-6 0,-2-2 6 16,2-3 6-16,0-2-9 0,-5 0 2 0,3-1-6 15,-1 0-7-15,3 0 13 0,-5 3-10 16,2 3 13-16,1 2 8 0,-2 4-8 0,-1 0 6 16,2 3-2-16,-2 2 4 0,-1 0 1 0,0 0 15 15,10 19 2-15,-4-6 1 16,1 4 2-16,-3 0 18 0,6 0-17 0,-3-1 0 16,0-2 1-16,4 2 1 0,0-1 14 0,-1-4-15 15,3-2 0-15,1 0 13 0,0-3-11 16,-4-4-11-16,1-1 6 0,-5-1 8 0,14-9-6 15,-10 0-12-15,1-3 0 0,-1-2-2 16,-3-3 15-16,-3-3-22 0,2-4 20 16,-5 0-18-16,2-3-4 0,-3 12 11 0,0-10-3 15,0-4-7-15,-13-33 2 0,8 26 6 0,-1 2-6 16,-1 0 5-16,-2 1-4 0,4 5 7 16,-1 3 22-16,2 2-19 0,-2 1 9 15,-1 4-7-15,6 3 0 0,-3 5 11 0,1 7 0 16,3 2-17-16,0 1 3 0,0 9-7 15,1 5 10-15,-1-4-6 0,9 19 6 0,-5-9 3 16,3 5 7-16,-1 0 2 0,1-1 28 0,1 0-38 16,-1-2 6-16,3 2-1 0,-3-2-3 15,1-1 1-15,1-2 25 0,-1-1-45 16,-2-1 13-16,0-4 1 0,1-3-2 0,-3-2 8 16,0 1-6-16,-1-4-2 0,-2-4 1 0,-1-1-2 15,0 0 1-15,-1-7 2 0,-5-2-12 16,1-5 2-16,-4 2-5 0,1-3 24 0,-5 1-36 15,2-2 21-15,0 3-13 0,-4 0 2 16,0 2-4-16,2 3 31 0,1 1-44 0,-1 3 12 16,0 4 2-16,8 0 13 0,-5 0-15 15,-10 11 3-15,13-4 2 0,-2 3 22 0,5-1-31 16,3-1 9-16,-1 0 2 0,2-8 4 16,0 7-8-16,10 9 33 0,-1-8-29 0,1-2 22 15,1-2-10-15,2-1-17 0,1-1 2 0,-7-2 0 16,3 0 1-16,19-9 9 0,-15 2-19 15,-1 0 12-15,1-2 0 0,0 0 11 16,-1-3-7-16,-3-2-12 0,1 1 6 0,-4-2 4 16,0-2 22-16,0-4-26 0,-3 2 0 15,-1 2 2-15,1-1 8 0,-2 5-14 0,2 2 34 16,-4 4-30-16,4 1 21 0,-4 1-31 0,2 4 10 16,-2 1-1-16,0 5 3 0,0 0 0 15,1-1 22-15,-1 9-32 0,0-6 11 16,6 15-2-16,-2-10 2 0,0 2 6 0,2-2-5 15,1-1 2-15,0 1 2 0,0-3-2 16,1 0 30-16,-2-5-27 0,1-1-7 16,0-1 7-16,-7-2-3 0,11 0 28 0,-1 0-41 0,16-14 26 15,-15 7-13-15,-1-4 8 0,2-3-9 16,-2 1 10-16,2-4-24 0,-3-1 15 16,1-1 1-16,-3 1-4 0,3-1-6 0,-3 0 9 15,2 1 7-15,2 2-19 0,-3 0 24 0,-2 2-22 16,1 3 9-16,-3 4-2 0,-1 2 6 15,1 2 3-15,-1 2-14 0,-3 1 13 16,0 0 8-16,0 0 8 0,6 9-21 0,-6-7 6 16,4 11 2-16,-4-5 0 0,2-2-2 15,-1 2-13-15,0-5 16 0,-1 1-2 0,2 0 0 16,-1-2-12-16,-1 1 13 0,0 0 1 16,0-3 5-16,0 0-5 0,0 0-1 0,0 0 28 15,0-1-3-15,0-1-34 0,-1-1 4 16,-1 1-11-16,2 2 5 0,0 0 0 0,-14-23 3 15,7 13-4-15,-1 2 2 0,1 1 0 16,1 4 5-16,2 1-15 0,4 2 7 0,0 0 1 16,-7 0-2-16,-9 15 31 0,9-4-3 15,2 3-28-15,-1 1 1 0,2 4-9 0,1-2 13 16,0-2 0-16,3 2 1 0,-1-4 1 16,-1 0 26-16,2-7-4 0,0 1-23 0,0 1 10 15,0-2-1-15,0-2 23 0,10 0-2 16,-6-7-28-16,-2 1-15 0,-1-3 16 0,3-8-7 15,-2-2 5-15,-1-3 4 0,-1 7-7 0,0-5 1 16,0-5 24-16,0-3-1 0,-14-32-25 16,7 20-13-16,1 1 9 0,1-4 0 15,-2 1 4-15,0 2-1 0,1 2 2 0,0 0-3 16,1 6 3-16,2 2 0 0,-3 4 3 0,2 1-8 16,1 3 6-16,-1 4-2 0,4 6-2 15,-1 5 3-15,1 3 0 0,0 4 2 16,1 11-1-16,1 2 0 0,-2-5 24 0,7 21-3 15,-3-5-63-15,1-1-46 0,1-1-30 16,0-1-41-16,1-1-53 0,1-1 19 0,2-2-202 16,0-3 7-16,0 1 21 0,2-6 26 0,0 0 46 15,2-2 13-15,3-3 24 16,-3-2 15-16,0-2-6 0,-3-3 47 0</inkml:trace>
  <inkml:trace contextRef="#ctx0" brushRef="#br0" timeOffset="21660.33">20229 6325 272 0,'4'0'420'0,"0"-1"-80"15,-1-1-58-15,0 2-22 0,-2 0-74 0,-1-3-76 16,3 2-115-16,-3-1 0 0,-3-1-283 16,3 1 24-16,-5-5 7 0,-4-1 6 0,-2 0 40 15,-2 1 7-15</inkml:trace>
  <inkml:trace contextRef="#ctx0" brushRef="#br0" timeOffset="22725.12">9040 5684 357 0,'-4'-2'232'0,"0"2"-42"15,0-1-31-15,2 1-14 0,1-3-13 16,1 1-20-16,0 1-11 0,0 1-1 0,8-12 15 15,2 0-8-15,1-1-4 0,1-1-23 0,2-2-9 16,0-2-5-16,1 2-5 0,3-5-9 16,-5 2 3-16,3 0-12 0,-3 1-1 15,-1-1-13-15,-2 2 7 0,0-1-1 0,-2 1-8 16,-2 0-3-16,-2 0-10 0,-3 3 2 0,-1 7 3 16,0-3-4-16,-9-10-9 0,6 12-1 15,1 2 8-15,-2 2-7 0,3 0 4 0,-2 1 4 16,2 1-3-16,1 2-2 0,0 1-5 15,0 4 8-15,0 7-4 0,4 3-16 16,-4-7 7-16,4 15 11 0,0-6 1 0,1-1-5 16,1 2-1-16,-3-2-3 0,3 0 7 0,-2-1-4 15,1 1-3-15,-1-2-3 0,-1-2-8 16,-1-2-40-16,2-5-25 0,-1 1-23 0,-1-2 8 16,1-3-126-16,-3 0-117 0,0-1 17 0,0 0 22 15,0 0 25-15,5-9 13 0,-3 6 5 16</inkml:trace>
  <inkml:trace contextRef="#ctx0" brushRef="#br0" timeOffset="24304.64">9470 5420 299 0,'3'-2'195'0,"0"0"-28"0,-1-1-20 0,0 0-15 15,1-1-19-15,-3 0-9 0,4-6 25 0,-3 1-28 16,2-3-4-16,-3 1-12 0,0 5-6 15,0-4-12-15,-8-12-10 0,1 11 8 0,-2-1-16 16,1 2-1-16,-2 0-11 0,0 1-6 0,-1 2 6 16,1 0-8-16,-1 1-6 0,2 4-1 15,2 0-4-15,7 2-4 0,-6 0-4 16,-6 12-1-16,6-2 13 0,0 4-12 0,1 3-2 16,3 4 9-16,2 0-4 0,0-9-4 0,0 5-6 15,0 2 12-15,13 21-11 0,-7-21 4 16,1 0-3-16,1-1 3 0,-1-4-1 15,5-3 2-15,-5-6-2 0,0-2-1 0,0-1-5 16,-2-2 0-16,7-17 5 0,-4 2-5 16,-2 0 5-16,-1-4-2 0,0 0-7 0,-3-3 11 15,0 1-4-15,-2 10-3 0,0-6 3 16,-9-23 1-16,2 12-5 0,-3-1-4 16,-4-4 1-16,3 0 11 0,-4-3-10 0,2 0 2 15,-1-1-4-15,-3 2-1 0,4-1 3 0,0 5 3 16,-1 2-3-16,2 4 7 0,2 4-4 15,0 3-5-15,3 2-3 0,0 4 5 0,3 7-1 16,4 5 0-16,0 0 2 0,-5 13-4 0,8 6 0 16,-3-8 8-16,11 27-1 0,-2-8-2 15,2 3 4-15,2 0 4 0,2 2 0 16,0-1-2-16,1 0-4 0,0-1 2 0,2-3 5 16,1-3-1-16,-2-3-6 0,4-2 6 15,-4-2-5-15,1-6 1 0,-1-1 9 0,0-4-6 16,0 0-3-16,0-6-1 0,-10-3 6 0,1 0-5 15,15-10 4-15,-15 2-10 0,0-6 6 16,-3 1-3-16,-2-5 0 0,-1 1 3 16,-2 1 0-16,0 6-1 0,0-3 0 0,-8-15-7 15,4 15 10-15,4 3-6 0,-3 2-1 0,1 3 2 16,1 1-6-16,0 2-2 0,1 2 9 16,2 2-2-16,0 1-2 0,3 7 1 0,3 1 4 15,-3 2-6-15,4 1 6 0,1 2-6 16,-1-3 5-16,0-1 0 0,1 1-2 15,0-3 0-15,-2-2 3 0,3-3 1 0,-5-1-2 16,1-3 0-16,-7-1-1 0,6 0 2 0,8-7-2 16,-9 0-2-16,1-2-3 0,-2-2 9 15,-2 3-12-15,0-5 10 0,0-1-3 0,-2 7 9 16,0-4-6-16,0 0-6 0,0 0 2 0,0 3 0 16,-9-5-4-16,8 8 1 0,1 5 2 15,1 0 4-15,-1 3 1 0,2 1-5 0,3 12 3 16,1 1 4-16,1 2-1 0,0 4-5 15,3 4 3-15,3 11 8 0,1 1-6 0,-1 2-2 16,1 1 1-16,1-3 7 0,1 0-4 0,-2-4 0 16,0-3-6-16,0-4 2 0,-3-2 10 15,2-3 0-15,-7-2 22 0,2-5 31 16,0 0-12-16,-2-6-3 0,-2-4 5 0,-2-6-14 16,-2 0-5-16,-2-7-1 0,-2-4-1 0,-3-6-6 15,-1 1 0-15,-5-11-7 0,-1-5-5 16,-3-1 0-16,-1-7-7 0,-2-5 1 0,-3-3-8 15,1-3 7-15,1 2-9 0,1-2 1 16,3 3 3-16,1 1 1 0,4 5-4 16,-1 3 2-16,3 6-9 0,5 1 1 0,-1 8 5 15,3 0 4-15,3 14-6 0,0-4 5 0,9-13-3 16,-2 17 1-16,-3 7-1 0,1 3 2 16,1 6-8-16,1 3 11 0,2 4-6 0,-4 2 1 15,-1 3 3-15,1 1-2 0,-3 0-1 0,0 2 2 16,-1 0-2-16,1-2-6 0,-2-10 9 15,0 5 0-15,0 0 0 0,0-2-3 16,0-1-10-16,0-3-20 0,0-1-17 0,-10 3-13 16,8-9-16-16,1-1-12 0,0 0-11 0,1-2-4 15,0 1 2-15,0-1 16 0,0-1 10 16,1 0-6-16,0-1 11 0,1 1 6 0,-2 0 4 16,3 0 20-16,1-6 8 0,0 1 5 15,-2 3 2-15,-1-1-15 0,0 2 3 0,1 0 15 16,-2 0 1-16,1 1 2 0,1 1 6 15,-2-1 9-15,1 1-6 0,-1 1 12 0,1-1-2 16,1 1 8-16,-2-1-4 0,0 0-2 16,0 1 0-16,1-1 8 0,-1 1-12 0,2 0 4 15,-2-2 3-15,1 3-15 0,-1-1 20 16,0-1-8-16,1 2-2 0,-1-3 4 0,0 3-9 16,2 0 4-16,-1-1-4 0,1 0 6 15,-2 1-11-15,1 0 23 0,2 0-8 0,-3 0-9 16,0 0 11-16,0 0-5 0,4 0-2 15,-4 0 7-15,6 0-16 0,-6 0 15 0,21 11-5 16,-15-7 0-16,-1-1 5 0,-1-1-8 0,1-1 3 16,-3 1 0-16,0 1 4 15,1-3 17-15,-2 1 11 0,1 1 24 0,-1-1-2 16,0-1-5-16,1 1 0 0,-2 0 4 0,1 0-7 16,1-1-5-16,-2 1-12 0,0 0 0 15,1 0 4-15,-1 0-11 0,1 0-1 16,1 0-9-16,-2 0 0 0,0 1 11 0,0 1-8 15,1 1-7-15,-1-1-1 0,2 1 9 0,-2 1-11 16,2 8-6-16,0-4 15 0,-2-2-10 16,1 1 8-16,1-5 0 0,-2 3-8 0,0-3 4 15,0-3-2-15,0 0-7 0,0 0 4 0,0 6 22 16,0-6-4-16,0 0-8 0,0 0 3 16,-10 6 2-16,10-6-6 0,-4-4 2 0,-2-5-5 15,-3-2-7-15,4-1 8 0,-2-2-2 16,1-3-1-16,2 0-2 0,1 0-8 0,2 4 3 15,-2-4-1-15,3 9-25 0,0-3-17 16,0-2-22-16,10-13-5 0,-7 14-27 0,4 0 9 16,1 3-85-16,-1 2-80 0,0 3-77 15,-1 1 33-15,1 2 3 0,-2 1 17 0,1 0 12 16</inkml:trace>
  <inkml:trace contextRef="#ctx0" brushRef="#br0" timeOffset="26352.4">9959 5016 397 0,'0'1'168'0,"3"-1"-50"0,-2 0-13 16,-1 0 12-16,0 0-25 0,0 0-6 15,0 0-23-15,0 0 8 0,6-8-14 0,-5 2-19 16,1 4 20-16,-2-2-6 0,0 0-31 16,-2 0 27-16,2-1-21 0,0-2 5 0,0-1 5 15,-11-12-24-15,7 9 8 0,-2 3-10 16,2 1 13-16,1 3 5 0,0 0-7 0,1 3-8 15,-1 1-7-15,1 1 15 0,2-1-9 16,0 0-2-16,-1 7 8 0,2 7-14 0,-1-5 4 16,0 4-9-16,12 19 18 0,-5-11-10 15,-2-4 1-15,4 0 6 0,-1-1-10 16,-1-3 6-16,2 0-6 0,2-2-1 0,0-4 0 0,3-4 4 16,-1-1 1-16,-5-2 3 0,15-11-11 15,-7 1 8-15,-2-2-12 0,-2-1 10 16,1-1-9-16,-3-1 20 0,0-3-11 0,1 3-4 15,-4-4 5-15,-1 0-5 0,-2 0 0 16,0-2-12-16,-1 1 9 0,-3-1 4 0,1 2-2 16,-1 11-1-16,0-1 1 0,0 1-5 15,0 1 4-15,0 1-4 0,0 6 2 0,0 0-4 16,6-7 7-16,-5 9 2 0,1 0-5 16,-1 1-7-16,2 0 15 0,-2 0-8 0,2-1 0 15,-1 1 2-15,1 0-10 0,-1-2 21 16,0 2-12-16,-1-1 7 0,2 0-7 0,-2 0-3 15,2 0 12-15,-1-1-3 0,-1-1-2 16,0-1-4-16,1 0 15 0,-2 1-12 0,0 0 3 16,1-6 2-16,-1 3-7 0,-1 1 7 15,-1-1-4-15,2 0-6 0,-4 1 16 0,3 0-7 16,-2 1-7-16,2-1 5 0,-2 2-13 16,1 2 14-16,0 1-9 0,-3 6 7 0,1 4 0 15,0 3-4-15,4-1 1 0,0-6 2 16,0 6-2-16,8 21-5 0,-2-16 16 0,1 1-12 15,0 1 1-15,1-5-2 0,2 0 9 16,0-2-4-16,3-1-8 0,-2-2 19 0,2-3-7 16,-2-2-2-16,0-3-2 0,-1-2 0 0,-10-2 10 15,21-10-8-15,-8 4 2 0,-4-4-5 16,-1-1-2-16,0 0 24 0,-2-1-1 16,-3-3-5-16,0 1-3 0,-3 7 7 0,0-6-8 15,0-1-7-15,-10-19 0 0,3 18 8 16,1-3-6-16,-1 6 1 0,1-2-5 0,-1 5-2 15,2-1 9-15,2 6-14 0,0 1-8 0,2 2 9 16,1 1 5-16,0 0-4 16,-2 11 10-16,5 0-6 0,0 3-7 0,0-1 7 0,-2 2-7 15,3-1 14-15,-2 0-8 0,3-2-1 16,-2 1-6-16,3-1 1 0,-2-2 3 0,0-3 7 16,-1-2-4-16,1 1 5 0,-2-3-7 15,-1-1-5-15,2 0 11 0,-3-2-1 16,0 0-5-16,0 0-4 0,0 0 6 0,8-10-2 15,-7 6-8-15,4-8 14 0,-5 5-4 16,0-4-5-16,0-1 1 0,0-1 6 0,-10-14-2 16,8 14-2-16,0 4-2 0,-1 2 1 15,2 3-8-15,1 1-3 0,0 3 17 0,1 0-7 16,2 2-5-16,-1 1 2 0,4 6 9 16,3 5-4-16,-1-2-1 0,2 2-1 0,0 0-5 15,1-1 12-15,2-2-2 0,-3 0-4 0,-2-1-3 16,2-4-2-16,1 0 11 0,0-1-3 15,-3-3-3-15,-1-2 14 0,-7 0 8 0,20-8-8 16,-12-2 0-16,2-4-4 0,-4 1-1 16,1-3-6-16,-4-3 8 0,-1 2-1 0,-2-4-10 15,0 11 1-15,0-6 14 0,-9-20-8 16,-2 12-1-16,-1-1-9 0,-2-1 2 16,0 0 0-16,-2-3 7 0,2 2-5 0,0 3-1 15,1 4-2-15,3 2 6 0,-1 0-3 16,3 5-4-16,1 3 0 0,4 8 0 0,2 2 1 15,2 2 6-15,3 8-5 0,3 2 2 0,2 7-8 16,0 1 5-16,1 5 9 0,2 4-3 16,0 1-2-16,2 3 1 0,-1-3 3 15,0-3-8-15,-1-1 4 0,-2-4-2 0,1-1 10 16,0-3-5-16,-3 1-8 0,0-2 9 0,-1-4 11 16,1-1 6-16,-3-6 10 15,-3 0-6-15,-1-5 0 0,-1-1-13 0,0 0 7 0,-1-4-3 16,0 1-12-16,-5-7 0 0,-2 1 12 15,0-4-6-15,-2-1-1 0,-3 0-2 0,-1 0-1 16,3 1-2-16,-3 1-9 0,4 1 7 16,0 3 2-16,2 0-12 0,2 2 2 15,1 3 2-15,2 3 1 0,3 0-2 0,0 0 0 16,3 18 1-16,2-9 0 0,1 3 3 0,2-1-3 16,2 2 2-16,0-2-1 0,0-4-1 0,3 2-2 15,0-3 2-15,0-1 5 0,1-2-2 16,-1-3-9-16,-6 0 1 0,4 0 1 15,16-11 5-15,-13 4 6 0,0-4-5 0,-1 0 1 16,-2-1 1-16,2-2-3 0,-3-1 2 0,0 0 0 16,-2-1-9-16,-5-2 7 0,-2-1 6 15,-1 9-2-15,0-3 1 0,-8-17-3 16,3 14-5-16,-2 2-7 0,1 1 10 0,-1 3-1 16,2 3-2-16,1 3-1 0,1 2 3 15,3 2 0-15,0 0-2 0,-4 10 0 0,6 4-8 16,-1-1 9-16,5 1-1 0,-1 2 3 0,1-1 0 15,1 0 1-15,2 0 2 0,0-1-2 16,0-2 1-16,1-1-1 0,-1-4 6 16,2 0-5-16,1-3 0 0,1-2-2 0,-7-2 1 15,17-11 3-15,-8 2-2 0,2-1-9 16,-3-1 7-16,0-2 5 0,0 0-3 0,-2-1 3 16,0-3-2-16,-2 2-2 0,0-1 1 0,-1-2-3 15,-4-1-9-15,1-1 11 0,-1-1 3 16,0 2-3-16,1 3-3 0,-2 1-2 15,-1 3 3-15,0 3-1 0,-1 7-8 0,3-1 0 16,1 1 10-16,-6 2 5 0,7 0-3 16,9 17-1-16,-6-9 4 0,0 3-2 0,-1-2-12 0,0 1 9 15,-1 2 6-15,0-1-5 0,0 0 1 16,-1-1 3-16,-1 1-3 0,0-3-3 16,-1 0 4-16,0-2 1 0,-2-1-3 0,0-1 3 15,-1-3 2-15,-1 0-4 0,0 1 2 16,-1-2-3-16,0 0-6 0,1-6 7 0,-2 2 3 15,-2-5-3-15,-4-2 1 0,0 0-1 16,-3-1 2-16,0-2-3 0,-3 2-11 0,1-2 9 16,-2 0 4-16,-1 4-5 0,1-1 1 0,1 3-3 15,2 4-1-15,2-1-11 0,9 5 7 16,-6 0 10-16,-3 9-4 0,5 4-1 0,1-2 1 16,3-3 3-16,0 5 1 0,0 4-2 15,13 19 4-15,-7-17-13 0,3-2 10 16,-1 2-2-16,1-3 5 0,1-3-2 0,2 0-2 15,0-2-5-15,-1-6 6 0,-1-3 7 0,-10-2-5 16,10 0-1-16,11-12 6 0,-12 1-6 16,-1-1 1-16,-1-3-11 0,-1 2 9 0,-2-4 8 15,0-2-6-15,-4 8 0 0,0-7-2 16,-9-20-2-16,1 11 1 0,-2-2-7 16,-3 0 6-16,0-4 0 0,-3-1-3 0,0-1 1 15,-3 2 3-15,4 2-5 0,-1 1 3 0,3 6-7 16,-1 2 3-16,4 4 4 0,-1 2-3 15,5 4 5-15,2 6 3 0,4 5-6 0,2 4 4 16,3 10-7-16,3 1 5 0,1 4-1 16,2 6 7-16,2 1-1 0,2 7 2 0,1-1-1 15,3-1-21-15,-2 0-27 0,0-2-38 0,2-3-35 16,1-3 12-16,0-1-242 0,-1-7 7 16,0-1 5-16,1-2 62 0,1-6 11 15,2-5 6-15,-13 0 13 0</inkml:trace>
  <inkml:trace contextRef="#ctx0" brushRef="#br0" timeOffset="26460.91">11456 4516 465 0,'0'2'201'16,"0"-1"-19"-16,0 2-47 0,1-2-14 0,-1 0-271 15,0 1-117-15,0-1 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6T14:53:33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581 4716 303 0,'-12'-8'206'0,"13"11"-19"16,3 9-19-16,3 6-21 0,0 3-22 0,3 6-16 15,2 0 3-15,2 5-19 0,0 1-8 0,-2-2-15 16,1-1-11-16,-2-2 4 0,-1-5-5 16,-1-3 16-16,-2-1 33 0,1-1 8 0,-2-4-7 15,-3-6-20-15,-3-5 3 0,-2-4-7 16,0-3-13-16,-4-7-12 0,-3-6 2 0,-1-5-11 16,-1-3-3-16,-2-3-7 0,-2-4-8 15,-2-2 8-15,-3-4-14 0,-1-2-3 0,-1-2-2 16,-1-2-2-16,4 4-9 0,1 1 5 15,2 4-3-15,2 5 6 0,1 4-11 16,4 4-2-16,5 3 0 0,1 3-1 0,3 10-6 0,0 1 7 16,12 1 4-16,0 9-3 15,5 8-2-15,3 5 2 0,4 5-9 0,0 6 2 16,1 0 7-16,-1 2 1 0,1 3-5 0,-2-2-4 16,0-3 6-16,-4-5 1 0,0-1-5 0,-2-4-3 15,-3 0 3-15,-2-2-1 16,0-4 7-16,-2-4-8 0,-5-4-9 0,-5-5-17 15,0 0-32-15,4-9-8 0,-8-4-22 0,-3 0-14 16,-3-3 9-16,-4 2-69 0,-2-2 2 16,0 2 4-16,-2 1 42 0,0 0-4 0,0 5-7 15,0 0 20-15,0 5-13 0,2 3 20 0,10 0-1 16,-12 11 33-16</inkml:trace>
  <inkml:trace contextRef="#ctx0" brushRef="#br0" timeOffset="1266.1">687 4845 958 0,'16'-11'17'0,"1"-3"-16"0,0-4-1 0,-2-1 19 16,0 0 4-16,-3-5-1 0,-2-2 53 0,-1 2-20 16,-2-2 2-16,-5-3-3 0,-2 15-22 15,0-8 31-15,-9-27-22 0,2 19-3 16,-1 2-8-16,-1 6 15 0,1 0 5 0,-1 4-2 16,2 5-9-16,2 3-7 0,5 10 3 15,-6 9-5-15,8 7-2 0,-2-5 0 0,11 25-5 16,-1-7 5-16,3 9-8 0,3 5 6 0,3 7-9 15,0 6 18-15,6 4-5 0,1 10-1 16,2-1-9-16,0 0 18 0,3-4-6 0,0-4-6 16,-1-5-5-16,1-6-5 0,-2-6 10 0,1-4-7 15,-2-8-1-15,-2-7-7 0,-1-6 6 16,-3-7-6-16,0-7-3 0,-5-4 10 16,-10-1-16-16,8-18-14 0,-13 1-23 0,-2 7-19 15,-13-19-18-15,-1 7 7 0,-6-5-5 0,-9-6-34 16,-4-2 33-16,-5-4 1 0,-1 1-11 15,2-2 13-15,0 7 7 0,5 0 46 0,3 5 2 16,3 4 49-16,4 3-4 0,3 2-5 0,4 3 4 16,5 2-9-16,1 1 0 0,5 0-9 15,3 1-13-15,1 6 24 0,0-4-12 16,15-11 3-16,-6 5-3 0,2 1 2 0,0-1 2 16,2-3 0-16,-1-3-6 0,1-1 20 15,1-2-11-15,-1 1-4 0,-3-3-2 0,0 1-10 16,-2 1 19-16,-1-4-6 0,-3 4-5 0,-2 0 11 15,-2 12 1-15,0-5-3 0,0-6-7 16,-13-22 9-16,6 23-5 0,0 4 7 16,1 0-1-16,2 3-4 0,-3 3 12 0,4 6-10 15,-1 4-10-15,4 3 1 0,-3 7-3 16,4 9 13-16,-1-8-8 0,8 24-1 0,-1-8-7 16,1 5-6-16,-1 0 17 0,5 2-4 0,-3 1-3 15,4-1-4-15,-1 2-5 0,1-3 0 16,0-3-5-16,0-1 21 0,1-5-11 15,-3-1-6-15,-1-3-2 0,1 0 1 0,-2-1 13 16,1-6-3-16,-2-5-6 0,-4-5 12 16,-4 0-7-16,0 0-2 0,7-12-2 0,-8-1-4 15,1 6 13-15,-13-16-8 0,4 7 0 0,0 2-9 16,-4-4-4-16,-1 3 10 0,-2-4-14 16,-1 2 17-16,2 4-6 0,1 1-2 0,0-1-6 15,4 2-4-15,0 3 16 0,2 5-5 16,2 1-1-16,2 2-1 0,4 0 0 0,0 0 5 15,-1 10-2-15,2-6-3 0,3 6-7 16,0 1 17-16,1-1-14 0,3-1 8 0,-2-4-6 16,1 4-5-16,3-4 20 0,0 0-25 0,-1-3 26 15,-9-2-8-15,11 0-2 0,12-8-2 16,-8 1-6-16,-3-2 10 0,1 1 1 0,-1-5 0 16,0-3-10-16,-2 0 2 0,2 0 14 15,-4-1-6-15,1 1-1 0,-3-4-4 16,-1 4-3-16,-2-1 7 0,-1 4 4 0,-1 2 6 15,-1 3-3-15,0 0-6 0,0 3 12 0,0 5-18 16,0 0 18-16,0 0-6 0,0-5-2 16,0 5 11-16,-7-3-8 0,7 4-2 15,1 3-4-15,-1-2-3 0,0 3 12 16,1-2-7-16,3 8-1 0,1-6-8 0,-1 1-4 16,0-3 16-16,1 0-8 0,-1-2 1 15,0 0-5-15,1-2 0 0,-5 1 13 0,16-8-9 0,-6 1 2 16,2-2-10-16,-3-4 11 15,0 2-1-15,-1 0-7 0,-2 1 1 0,-3 0 12 16,-1 4-7-16,-1 1 0 0,-1 5-5 0,0-7-2 16,0 2 14-16,0 5-5 0,0-5 0 15,0 5-4-15,-8-9-1 0,7 9 8 0,-1 0-6 16,1 2 1-16,-1 0-3 0,2 1 9 0,0 0-1 16,1 3-10-16,1 6-1 0,-2-5-3 15,8 11-3-15,-4-7 16 0,3-2-9 16,-1 0 3-16,-1-5-8 0,1-1 1 0,0 0 13 15,-1-3-5-15,-5 0-3 0,8 0-3 0,11-13 7 16,-8 2-6-16,-2 3 4 0,-2-2 8 16,-1 2-8-16,0-3 0 0,0 3-6 0,-3 1 0 15,0 1 15-15,-1 1-5 0,-1 2 0 16,-1 0-1-16,2 1 9 0,-2 1-7 0,0-1-1 16,0 1-8-16,0 1 2 0,0 0 10 15,0 0-4-15,0 0-1 0,0 0-6 0,2 11 0 16,1 0 8-16,-1 0-12 0,3 1 3 15,-2 0 13-15,2-1-6 0,1-3-3 0,0 0-5 16,-1-1 1-16,2 1 8 0,0-5-10 0,-2 0-15 16,1-3-77-16,-6 0 10 0,6 0-153 15,9-10-74-15,-6 1 6 0,-1-2 29 16,-1 1 19-16,0 1 34 0,0-6-4 0,-5 2-1 16</inkml:trace>
  <inkml:trace contextRef="#ctx0" brushRef="#br0" timeOffset="3374.34">1612 4146 209 0,'0'0'240'0,"0"0"-42"15,0 0-7-15,0 0-16 0,7-14-8 16,-5 3-10-16,1-2-15 0,0 2-9 15,-1-1-19-15,-2 1 1 0,2 2 2 0,-2 0-10 16,2-3-12-16,-2 2-9 0,0 10-6 16,0-6 2-16,0 0-15 0,0 1-5 0,0 5-3 15,0-6-11-15,0 6 0 0,0 0-12 0,-3-7-1 16,4 9-7-16,6 14 0 0,1-1 0 16,-2 4-5-16,4 1 5 0,-2 1-2 15,1 1-9-15,1 0 0 0,0-2-3 0,-1-1-6 16,2-2-3-16,-4 1 8 0,0-4-2 15,0-3 7-15,-1 2 14 0,-2-8 19 0,-1 1 31 16,-1-4-30-16,0-2 0 0,-4-2-7 0,0-1-5 16,2-2 8-16,-5-11-21 0,-4-1 2 15,3-3 9-15,-3-3-2 0,-1-3-26 0,-3-1 7 16,0 0-6-16,0-5 0 0,0-2 7 16,-2-1-20-16,2-1 11 0,1 2-12 0,2 2 10 15,1 2-8-15,4 2-15 0,0 5 1 16,5 0-1-16,0 14 1 0,0-2 13 0,16-9-17 15,-8 19 2-15,2 1 0 0,4 8-1 0,-2 5 4 16,2 3 0-16,-4 3 10 0,2 3-11 16,-3 2 1-16,-2 1 5 0,-2 2 0 0,-2 1 8 15,-2-1-3-15,-1 0-1 0,0-14 3 16,0 4-1-16,0 4 6 0,-11 19-7 0,8-22 5 16,-2-4-4-16,1-2-3 0,1-7-4 15,-3-3-38-15,1-2-5 0,5 0-14 0,-10-8-10 16,3-3-14-16,0-2 1 0,4 2 15 15,-1 2 7-15,2 0-2 0,1 3 6 0,1 1 1 16,0 5 9-16,0 0 9 0,0-5-3 16,8 0 12-16,-4 6 7 0,1-1-7 15,9 6 5-15,3 2-2 0,-3-1-4 0,0 2 21 16,3 1-1-16,0-2-2 0,0-2 1 0,1 2-2 16,-3-3 12-16,4 0-5 0,-2-3-4 15,1-2 25-15,-10 0-8 0,21-9-1 0,-13 3 0 16,0-2-1-16,-3-2 3 0,-2-1-1 0,0-2-1 15,-2 2-1-15,-2-5 0 0,-3-1 1 16,0 1 1-16,-4-2-5 0,0 10 7 16,0-5-2-16,-10-14-1 0,5 13-1 0,2 4-1 15,0 0 13-15,3 4-9 0,0 4-16 0,-3 1 16 16,5 2 1-16,-1 1-3 0,0 3-3 16,4 6-7-16,-1-1 20 0,3 3-7 0,0-1 0 15,0 0-2-15,0-1-1 0,3-1 7 16,0 0-1-16,-3-3-7 0,3-1 25 0,-2-4-8 15,1-1 0-15,-9-1-5 0,9 0-11 0,15-12 11 16,-14 2-3-16,3-1-1 0,-2-4-2 16,1 1 14-16,-4-2-6 0,0 0-2 15,1-3-7-15,-3-2-1 0,-4-2 9 0,1 2-4 16,1 0-3-16,1-1-4 0,-1 3-6 0,-1 4 6 16,-2 2-13-16,2 5 24 0,0 3-8 15,0 2-6-15,-1 3-7 0,-2 0 19 16,12 10 5-16,-4-1-26 0,-4 2 17 0,2 0-3 15,-3 1 8-15,1 2 8 0,0-3 0 16,2 1-4-16,-5-4-5 0,2-2 19 0,-1-1-8 16,-1 1 14-16,-1-4 10 0,3 2 8 0,-3-2 7 15,1 0-5-15,-1-2 0 0,0 0-10 16,-1 0-6-16,1-1 6 0,-2-1-17 0,1-1-2 16,-5-7-3-16,-2-1-9 0,-2 2 6 0,3-2-6 15,-3 0-4-15,0 2-5 16,2 1 2-16,2 4-5 0,-1 0-1 0,3 4-1 15,4 0-3-15,0 0-3 0,-9 8 5 0,4 3-3 16,2 3 0-16,3 2 5 0,-1-1 2 16,1-6-4-16,0 4 2 0,8 14-7 0,-5-11 7 15,1-1 7-15,3 0-5 0,-1-2-8 16,-1-2-1-16,2-1 1 0,2-1 11 0,1-4-10 16,-3 0 8-16,0-5 2 0,0 0-3 15,-7 0 1-15,5 0 4 0,-5 0-3 0,19-13-3 16,-14 5 3-16,-2 2-11 0,0-8 10 0,-2 0 2 15,-1 6-5-15,0-3 0 0,0-3 2 16,0 0-3-16,-9-16 2 0,4 17 0 0,4 3-2 16,-2 2-8-16,2 3 3 0,-1 4 4 15,2 1 2-15,0 0 3 0,3 2-7 0,-1 2 3 16,2 6 1-16,3 0 2 0,-2 1-11 16,3-2 9-16,-1 2 6 0,1-1-6 0,2-2 1 15,1 1-9-15,-1-2 8 0,0-2 4 16,1-2-1-16,-1-1 1 0,-10-2 1 15,7 0-3-15,0 0-2 0,11-10 2 0,-8 3-2 0,0-4 0 16,-1 0 4-16,-4-5-6 0,-2 0 2 16,1-4-2-16,-1-1 2 0,-3 10 0 15,0-6-2-15,0 0 6 0,0-2-8 0,0 2 4 16,0 2-4-16,0 4-1 0,0 3 2 16,0 0-8-16,0 8 4 0,0 0 9 0,7-6-11 15,-5 8 9-15,-1 0 1 0,2 1 0 16,3 7-4-16,-2 2 7 0,0-1-4 15,0-3 3-15,-1 3 0 0,1 0-5 0,0 0 2 16,-1-5 0-16,0 0 4 0,0-2-4 0,0 1 3 16,-2-3 1-16,1 0-1 0,-1 0 0 15,-1 0-1-15,1-2 2 0,-1 0-2 0,0 0 3 16,0 0-5-16,3-9-1 0,-3 4-6 0,-4-7 7 16,0-1 1-16,1 1-3 0,0 2-8 15,0 4 1-15,0 0-5 0,2 2 15 16,-2 1-5-16,3 3 0 0,0 1-1 0,0 3 4 15,0 0-2-15,0 11-1 0,0-6 2 0,0 6 6 16,10 15-5-16,-4-11 0 0,-1-3-11 16,5 0 12-16,-3-1 1 0,-1-1 0 0,4-4-9 15,-2 0 10-15,2-2 6 0,-3-5 0 16,3-2-2-16,-10-1 5 0,11 0-5 0,13-15 6 16,-14 3-6-16,1-3 0 0,-1-2 1 15,-3-1 0-15,-1-2-4 0,-3-2-1 0,-3-7 1 16,0 15 1-16,-10-34-3 0,0 14 0 15,-3-3-9-15,1 2 8 0,-4-3-9 0,2 2 5 16,0 3 10-16,1 4-5 0,-1 5 0 16,4 4 0-16,3 2-2 0,-1 4-7 0,4 7 12 15,1 7 2-15,3 0-11 0,1 8 6 16,2 8-7-16,4 2 11 0,0 2-2 0,4 3 2 16,2 9-1-16,1 0 6 0,3 1-5 15,1-1-2-15,2 0 6 0,-2-5-9 0,2-1 4 16,1-4-2-16,-1-2-2 0,3-5 0 0,-1-2 2 15,2-5-19-15,-3-4-34 16,0 0-58-16,-12-4 10 0,15-10-258 0,-16 2 3 0,-2-3 29 16,-6 6 7-16,0-4 17 0,-18-15 57 15,5 8 0-15,-7 1 6 0</inkml:trace>
  <inkml:trace contextRef="#ctx0" brushRef="#br0" timeOffset="3478.06">2469 3602 247 0,'19'-3'95'0,"-9"3"-33"0,6 0-38 0,22-11-85 0</inkml:trace>
  <inkml:trace contextRef="#ctx0" brushRef="#br0" timeOffset="3695.54">2822 3300 219 0,'0'-8'237'16,"0"4"-32"-16,0 0-40 0,2 3-20 0,-2 1-14 16,0 0-21-16,8 16-7 0,-2-4-5 0,1 7 16 15,0 1-4-15,1 1 7 16,4 3-14-16,-2 0-12 0,-1-1-5 0,1 3-9 16,0-1-9-16,1 0-8 0,-3-3-12 0,3-3-5 15,-2-1-15-15,1-1-58 0,0-3 5 16,-1-7-192-16,-1-5-121 0,-8-2 9 15,6 0 41-15,7-15 24 0,-7 2 3 0,0 1-14 0</inkml:trace>
  <inkml:trace contextRef="#ctx0" brushRef="#br0" timeOffset="3995.54">3004 3203 386 0,'0'-7'259'0,"0"-3"-46"0,11-15-30 16,-3 9-15-16,0 1-5 0,2-1 13 0,1 1-17 15,0 1-6-15,3-1-8 0,0 2-14 16,-1 3-3-16,2 1-22 0,-2 1-14 0,1 2-2 16,-2 2-8-16,-2 3 12 0,-4 1 1 15,14 11 2-15,-8-2 5 0,-1 5-19 0,-1 1 4 16,0 3 23-16,-1 2-23 0,1 4-12 0,-2 1-2 16,1 1 4-16,0 1-7 0,1 1-1 15,1 1-8-15,-1-5-4 0,0 1-5 0,-1-2-5 16,1-2-5-16,0-2-3 0,0-1-9 15,0-4-18-15,0 1-41 0,-1-4-22 0,-1-4-91 16,-1-3 12-16,-4-4-310 0,-3 0 24 16,0 0 18-16,2-8 31 0,-5 3 13 0,-4-4 56 15,-1-4 13-15,-5-1 17 0,1 0-4 0,-4 1 48 16</inkml:trace>
  <inkml:trace contextRef="#ctx0" brushRef="#br0" timeOffset="4146.73">3168 3340 484 0,'-3'2'317'0,"2"-1"-56"16,2-2-27-16,0-1-35 0,2-1-19 0,8-3-21 16,7-4-14-16,-1-1-21 0,0-3-9 15,2 1-46-15,0 0-53 0,1-2-84 16,-1 0 7-16,-3-1-259 0,1 2-20 0,-1 1 42 16,0 0 25-16,-1 2 7 0,0 0 8 15</inkml:trace>
  <inkml:trace contextRef="#ctx0" brushRef="#br0" timeOffset="4276.69">3501 3131 259 0,'0'0'343'0,"0"0"-33"0,0 0-16 16,5 0-7-16,-5 0-47 0,5 0-14 15,-5 0-51-15,0 0-50 0,0 0-168 16,7 3 2-16,-8-3-320 0,-2 0 40 0,-1-1 21 16,-9 0 37-16,1-1 13 0,2-3 24 0,-2 1 26 15</inkml:trace>
  <inkml:trace contextRef="#ctx0" brushRef="#br0" timeOffset="11923.29">13107 5276 314 0,'-6'-16'242'0,"0"1"-22"0,3 1-15 15,-3-2-15-15,5 1-10 0,0 0-18 0,0 0-19 16,1 9-1-16,0-5-16 0,10-10-21 0,-1 7-1 15,-1 4-8-15,5 1-7 0,0 1-13 16,-1 3-6-16,4 3-17 0,-1 1 6 0,-8 1-11 16,14 9 2-16,-7 1-3 0,-2 4 1 15,-2 3-1-15,-1 6 6 0,-3 4 11 16,-2 8 9-16,-4 4 3 0,0-17 11 0,0 13-5 16,0 10 7-16,-13 58-1 0,7-42-9 0,-3 1 34 15,1 7-18-15,-2 0 4 0,1 1-8 16,1-2 4-16,2-3-8 0,-1-2-8 0,4 1-3 15,-1-2 8-15,3-1-3 0,1-31-4 16,0 14-5-16,0 6 2 0,13 54-7 16,-6-52-7-16,2-2-5 0,0-5 4 0,0-4 0 15,2-3 3-15,1-2-14 0,-1-5-2 0,0-4 3 16,0-3-3-16,3-1 3 0,0-5 0 16,-1-5-6-16,1 1 0 0,-1-4-9 0,0-3 11 15,-1-5-2-15,-1-2 5 0,-11 0 0 16,6 0-2-16,4-8 3 0,-7 3 6 0,-1 0 2 15,1 3 0-15,-2-1-2 0,1 3-5 16,-1-1-5-16,0-1 3 0,-1 2-13 0,0 0 2 16,0 8-11-16,-3 9 1 0,-2 6 0 15,1 6 13-15,0 4 3 0,1 4 35 0,1 4-2 16,1 5-8-16,1 2 17 0,0-22 5 16,0 12-5-16,0 9 0 0,0 4-7 0,0 5-9 15,0 1-2-15,0 1 0 0,0 0-3 16,0-2-8-16,0 0-5 0,0-1 5 0,0-2-9 15,0-4-2-15,0-1-6 0,0-4-8 0,-7 42-5 16,2-49 10-16,-1-4-9 0,-1-5-8 16,-1 0-29-16,-1-2 0 0,-1-6-125 15,-1-2-60-15,-1-4-74 0,-3-1 29 0,-3-8-160 16,8-5 35-16,-19-11-264 0,13-3 49 16,-3-7 63-16,1-4 32 0,0-3 47 0,-1-4 38 15,-2 0 31-15,4 0 20 0,1-6 49 0,0 0 17 16,2-7 19-16</inkml:trace>
  <inkml:trace contextRef="#ctx0" brushRef="#br0" timeOffset="13955.16">10780 4121 448 0,'-7'-10'224'0,"1"5"-20"15,2 4-35-15,4 1-16 16,-2 10-11-16,6 5-8 0,-4-4 6 0,11 23-13 16,-3-6-19-16,1 4-19 0,2 5-4 0,-1 1 3 15,1 4-22-15,1 5 7 0,-2 2 0 16,-1 1-15-16,-1 0 4 0,-1-2-7 0,-1-5-11 16,-1 0 5-16,-2-5-4 0,1-4-8 0,-1-5-1 15,-2-2 13-15,2-4 25 0,-3-3-4 16,0-3-1-16,0-10-13 0,0-1-4 15,-9 2-8-15,6-10 5 0,-5-6-17 0,0-4 3 0,1-5 0 16,0-1-13-16,-3-3 3 16,-1-1-12-16,3 1 2 0,-1-1 3 0,2 4-10 15,0-1-1-15,1 3-2 0,1 2-1 0,4 5-3 16,1 2 9-16,0 7-13 0,0 0 12 16,18-10-3-16,-8 8-3 0,9 1-1 0,0-3-1 15,3 1 6-15,-2-1-8 0,2-2 2 16,2-1-1-16,3-4-4 0,-1-2 6 0,5-5-3 15,-1-1 2-15,0 0-1 0,0-2-2 16,-3-2 4-16,-3 2-3 0,-1 0 1 16,-1 0 7-16,-3 2-7 0,-5 1-2 0,-3-1 0 15,-2 2 2-15,-4-2-1 0,-2 1 2 0,-3 11-8 16,0-5 4-16,0 1 0 0,-11-10 1 16,5 16-4-16,1 2 6 0,-1 0 4 0,1 6-6 15,-3 5 4-15,0 4-3 0,1 2 7 16,2 2-4-16,0 2 1 0,1 1-5 15,1 3 3-15,1-2 4 0,2-1-4 0,0-9-2 0,0 3 2 16,0 1-3-16,11 15 5 16,-4-18 4-16,1-3 1 0,-1-3-8 0,2-3-1 15,-3-1 1-15,-6-1 0 0,10 0 1 0,12-16 0 16,-10 5 0-16,-1-1-2 0,0-3 2 16,-2-1 0-16,1 0-4 0,-3-3 7 15,-3 2-7-15,-1 0 1 0,0 0 8 0,0 0-11 16,-2 2 2-16,-1 11 1 0,0-3-3 0,0 2 2 15,0 5 2-15,0-6-1 0,2 4 7 16,-1 5-10-16,3 8 0 0,1 5 3 0,2 0-4 16,-2 2 8-16,3 1-1 0,0-2-2 15,2-1 8-15,0 0-8 0,2-1 0 0,3-4-1 16,0-3-1-16,0-3 8 0,1-4-2 0,-9-1 0 16,18-13-1-16,-11 2 4 0,0-6-7 15,2-4-2-15,-2-1 4 0,-3-2-2 16,-2-2-1-16,-1-3 6 0,-4-1-7 0,-4-3 0 15,0 16-1-15,0-10 0 0,-8-35-1 0,-3 24 0 16,1-3 1-16,0 7 0 0,1 2-2 16,0 4 4-16,1 4 0 0,2 3-4 15,0 3 0-15,1 5 9 0,2 7-8 0,3 6-4 16,2 3 6-16,5 10-1 0,-2 7 2 16,2-2 11-16,0 5-11 0,2 5 0 0,-1 4 4 15,1 1 4-15,-1 1-6 0,0 0 5 0,2-1 1 16,-2-1 2-16,0-5-6 0,1 0-2 15,-2-5 4-15,2-3-3 0,-1 0 3 16,-2-3 0-16,-1-2 2 0,0-5-5 0,-3-4 7 16,0-5-10-16,-5-3 3 0,0-1-9 15,-2-3-8-15,-2-5-12 0,-5 0-11 0,-1-3-9 16,-1 1 0-16,-2-1-8 0,-1 0-4 0,1 0-3 16,-1 2 5-16,0 1 9 0,1 4 3 15,0-1 5-15,3 5 8 0,4 3 3 0,9 1-4 16,-5 0 2-16,5 0 14 0,-10 10-1 15,11-6 1-15,1 1-3 0,6 4 9 16,5-2-6-16,1 1 4 0,3-2 3 0,2-3 4 16,2 0 1-16,-9-3-1 0,5 0-3 0,26-13 11 15,-14 4-6-15,-3-2 2 0,4-3-1 16,1-3 10-16,-2-1-13 0,-1 1-5 16,-1-2 14-16,-4 0 4 0,-1 2-4 0,-4-2-2 15,-3 2-6-15,-2 0-2 0,-2-1 16 0,-6-2-12 16,-1 4 4-16,0 2 8 0,-2 4-1 15,-2 10-10-15,0-5 5 0,0 5 7 0,-5-6-11 16,3 9-4-16,1 0 11 0,-1 8 2 0,0 5 3 16,2 2 3-16,0-1-14 15,0-9 11-15,0 5-3 0,9 17 0 0,-4-12 2 16,2-2-1-16,2-3-9 0,-1-2 13 0,2 0-4 16,1-5 0-16,8-3 1 0,-11-3-1 15,8 0-1-15,18-14 6 0,-18 6-8 0,1-5-3 16,0 1-9-16,0-1 15 0,-4-4-5 0,1 2 2 15,-7-4-5-15,1 1 7 16,-5-3-7-16,-1-1-3 0,-2 11 1 0,0-7 6 16,0 3-5-16,-12-18-11 0,7 19 3 0,1 2 4 15,-1 5 10-15,3 2-1 0,0 2-15 16,-1 3 11-16,2-1-9 0,1 2 5 0,0 1 11 16,0 1-6-16,1-1-2 0,1 1-6 15,3 8 11-15,2-2-2 0,0 4 4 16,3-3-11-16,2 2 7 0,-3 0-3 0,1-1 2 15,2 1 5-15,-1-1-3 0,-3-1-5 0,1 2-1 16,-4-1 7-16,0 0 2 0,-5-6 0 16,0 3-8-16,0 1-4 0,-10 12 10 0,0-10 6 15,1 2-3-15,-3-5-5 0,-2 1 2 16,0-2 5-16,-2-2-3 0,3-2-2 0,-4 0 1 16,3-1-2-16,5-1-6 0,1-1 4 15,3 1-5-15,1 0 2 0,2-1-8 0,2 0 6 16,0 0 6-16,0-2-4 0,2 1 1 0,6-6 0 15,3-2-6-15,1 0 5 0,2-3 5 16,1-1-2-16,-1-1-3 0,3-1 0 16,2-2 0-16,-1-2 4 0,2-1-2 0,-3-2 0 15,1-3 2-15,-1-1-1 0,0-4 6 16,-5 2 9-16,0-2-4 0,-2-1 1 0,-3 0-9 16,-3-3 10-16,0 0 7 0,-3-2-4 0,-1 17 5 15,-8-38 9-15,0 15-9 0,-2 3 2 16,-2 2 4-16,4 4 1 0,-2 3 12 15,3 4-9-15,-1 4-4 0,0 2-3 0,1 7 0 16,2 7-3-16,5 6-1 0,-3 23-10 16,3-12 4-16,0 9-2 0,8 31 6 0,-2-9 8 15,1 4-17-15,2 0 14 0,0 0-13 0,4-2 0 16,-2-3 11-16,5-6-13 0,-1-3-1 16,5-3-5-16,-2-8-12 0,4-3-24 15,-3-6-39-15,1-5-47 0,4-3 12 0,-4-4-187 16,-13 0-81-16,14-8 17 0,-14-6 22 15,-4-1 11-15,-3 7 35 0,0-6 25 0,-14-17 7 16,4 13 0-16</inkml:trace>
  <inkml:trace contextRef="#ctx0" brushRef="#br0" timeOffset="14122.14">12234 3614 291 0,'0'0'236'0,"-5"-1"-11"16,7-2-26-16,11-4-28 0,2-2-23 0,2-2-18 0,5-1-9 15,4-3-25-15,5 1-1 0,-2-3-9 16,5 0-4-16,-1 1-35 0,-4 3-44 16,-3 1-38-16,-2 2 3 0,-5 5-154 0,0 2-128 15,-19 3 13-15,5 0 15 0,0 9 36 16,-12 4-11-16</inkml:trace>
  <inkml:trace contextRef="#ctx0" brushRef="#br0" timeOffset="14680.71">11368 5084 454 0,'0'0'246'16,"17"10"-29"-16,4-17-7 0,9-8-5 15,7-7-12-15,8-8-12 0,8-4-13 16,4-7 0-16,7-2-27 0,7-6-7 0,49-32-12 15,-2 1-12-15,-23 15-10 0,17-19-16 0,11-8-1 16,-6 0-7-16,-6 4-5 0,-29 18-14 16,-13 10-4-16,-10 4-6 0,-5-3-2 0,-2 1 3 15,-5-1-19-15,-7 1 3 0,-4-3-6 0,-10-3-1 16,-3 0-1-16,-8 1-5 0,-6-1-1 16,-6 1-3-16,-3 32 1 0,-10-59-1 0,-4 31 4 15,-6 4-9-15,-7 2 1 0,-5 5-3 16,-11 0-6-16,-4 7 3 0,-1 2 9 15,-4 6 0-15,-6 3-5 0,-6 5-15 0,-5 5 5 16,-4 4 1-16,-5 8 8 0,-2 3-10 0,36 5 0 16,-92 14 12-16,41 4-16 0,-1 6 4 15,-57 24 1-15,11 8 1 0,34-7 10 0,19-1-15 16,-37 27 11-16,29-10-1 0,-16 20-9 16,7 7 15-16,-2 13-16 0,9-1 6 0,7 2 2 15,23-18 1-15,14-11 13 0,10-5-21 16,3 2 7-16,4 2-2 0,5-1 15 15,8 2-13-15,4 0 0 0,10 3-3 0,9-6 6 16,2-40 2-16,20 63-8 0,1-41 10 0,6-8-8 16,4-7 4-16,10-7-2 0,4-10 5 15,7-6-20-15,6-9-8 0,-23-9-9 0,78-9-20 16,-33-9-16-16,1-5-29 0,3-4-44 16,2-2 14-16,-3-2-216 0,1-2-33 0,-6 1 9 15,-2-2 16-15,-6-2 43 0,-1-5 25 16,-5-2 9-16,-3 1 27 0,-6-2 18 0</inkml:trace>
  <inkml:trace contextRef="#ctx0" brushRef="#br0" timeOffset="19915.29">7593 3538 231 0,'1'0'117'0,"-1"0"-4"16,0 0-9-16,0 0-11 0,20-10 13 0,-6-1 4 15,4-6-12-15,6-7-14 0,5-6-12 0,6-10-15 16,3-5-10-16,4-1 9 0,2-2-7 16,1-1-6-16,0 4 8 0,2-2-13 0,-2 4-9 15,-3 3 1-15,-3 4-2 0,-2 1-12 16,-4 6 8-16,-4 3 4 0,-5 3 10 0,-3 5-11 15,-4-1 12-15,1 5-11 0,-3 2 0 16,-2 0 0-16,-1 0-10 0,-3 3 9 0,-1 2-8 16,-1 3-9-16,-3 0-28 15,-1 4 0-15,-3 0-89 0,0 0-49 0,0 0-198 16,5 0 30-16,-5 0 4 0,11 8 11 0</inkml:trace>
  <inkml:trace contextRef="#ctx0" brushRef="#br0" timeOffset="21000.41">18927 2796 269 0,'0'0'125'0,"0"8"-17"16,6 13 10-16,-2-8-14 0,-1-3-15 16,2-1 10-16,-4-4 10 0,2 1-24 0,-1-3 21 15,-1 2-5-15,1-4 6 0,1 1-6 16,1-2 9-16,-4 0-5 0,21-10-17 16,-6 0-10-16,2-3-8 0,0-1-2 0,1-3-11 15,2 0-5-15,-1 1-15 0,0-2-2 0,-2 1 10 16,-3 1-9-16,0 1-8 0,-1 0 2 15,-1 0-5-15,0-1-4 0,-1 0-3 16,-2 3-1-16,-1 1-2 0,2-1-1 0,-3 2 2 16,-1 0-4-16,1 1-9 0,-1-1 2 0,0-2 3 15,1 3 1-15,1 1 5 0,0-4-11 16,0 1 4-16,2-1-14 0,-1-2 4 0,3 1 4 16,1-2 9-16,-2 2-6 0,-1-1-2 15,1 0 4-15,2 3-3 0,-2-2 1 0,0 2-11 16,-1 0 5-16,3 2 4 0,-6 2 7 15,-1 2-9-15,-4 1-7 0,1 2 10 0,0-1 1 16,-1 1 1-16,0 1-3 0,0 0 0 16,-1 1 0-16,-1 0-4 0,3 0 4 0,-3 0-1 15,1 0-7-15,1 0 7 0,-1 0 6 16,-1 0-8-16,2 1-1 0,-2-2-2 0,0 2 5 16,1-2-2-16,-1 1-8 0,0 1 2 15,0 0 9-15,0 0-1 0,0 0-1 0,0 0 0 16,0 0 4-16,0 0-7 0,1 0 10 15,1 0-7-15,-2 0-3 0,0 0 1 0,0 0 4 16,0 0-4-16,0 0-2 0,0 0-21 0,1 1-26 16,-1 1-18-16,0-1 6 0,0 1-209 15,0-2-92-15,0 0 25 0,0 0 34 0,0 0-6 16,0 0 52-16,0 0 11 0</inkml:trace>
  <inkml:trace contextRef="#ctx0" brushRef="#br0" timeOffset="24579.64">4429 5599 546 0,'0'0'375'15,"0"0"-28"-15,0 0-17 0,0 7-42 0,0-7 93 16,0 3-4-16,0-3-10 0,0 5-19 16,0-5-8-16,0 0-32 0,0 0-31 0,-6 6-19 15,5-8-32-15,1-2-22 0,0 1-8 0,0-13-6 16,0 8-36-16,0-5-9 0,0-3-17 15,0 0-14-15,0-1 9 0,0-1-39 0,0 2-7 16,7-13-2-16,-7 20-8 0,3 1 1 16,-3 1-26-16,1 3-3 0,0 0-2 0,-1 2-3 15,2 1 11-15,-1 3-22 0,1 1-1 16,1 0 0-16,1 9 18 0,0 3-16 0,2 3 2 16,-2 2-15-16,-3 1-1 0,4-1-2 15,-3 1 13-15,0-1-23 0,1-2 10 16,-1-3-3-16,1 0 1 0,-1-1 17 0,-2-5-26 15,0-2 5-15,0-2 1 0,1 0 7 16,-1 0 13-16,1-4-21 0,-1-1 4 0,0 0-1 16,0 0-2-16,2-8 6 0,3-1-27 0,-3-4-20 15,2 1-17-15,0-3-28 0,1 0-16 16,-1 1-23-16,-1 2-19 0,2 3-26 0,-1 0 16 16,-1 4-85-16,-1 1-20 0,-2 0-15 15,1 1-29-15,1 3 27 0,-2 0-232 0,0 0 17 16,-2 1 72-16,1 0 23 0,1 0 15 15,-2-1 28-15,1 1 50 0,-3-1 10 0,1-1 19 16</inkml:trace>
  <inkml:trace contextRef="#ctx0" brushRef="#br0" timeOffset="25044.58">4408 5316 520 0,'-5'-13'312'16,"3"-1"-42"-16,-1 4-22 0,-1-1-31 0,-1 1-20 16,3 2-11-16,-1 3-11 0,-1 0-6 0,1 2-28 15,0 0-14-15,0 3-7 0,3 0-15 16,0 0-3-16,-15 13-22 0,5-2-7 16,0 5-5-16,3 0-8 0,0 3 5 0,-2 3-22 15,-1 4 1-15,1 1 6 0,-1 0-18 16,3 1 0-16,-2-1-4 0,2-2 9 0,0-3-5 15,0-1-12-15,1 0 4 0,4-5 3 0,-1 0 20 16,-1-3 14-16,-1-5 15 0,5-2-8 16,0-6-4-16,0 0-4 0,2-2-6 0,5-9-6 15,-2-2-4-15,2-4-4 0,1-1-7 0,0-1 17 16,2-3-4-16,-2-4-5 16,1 1-24-16,1 0-2 0,-1 0 3 0,3 0-3 15,-2 3-21-15,1 2 1 0,-1 1 1 0,0 3 0 16,-1 1 19-16,6 5-1 15,-4 3-11-15,-1 6 1 0,-3 1 0 0,12 10 16 0,-6 0 0 16,0 5-21-16,-2 1-5 0,2 2 3 16,0 5-15-16,-2-1-30 0,3 4-47 0,-3 1-18 15,2-3-37-15,-3-3-41 0,4 0 19 16,-4-5-187-16,1-2-34 0,2-2 13 0,-3-4 38 16,-2-5 33-16,-8-3 23 0,13-9 11 15,-6-1 26-15,0-4 12 0,0-2 7 0</inkml:trace>
  <inkml:trace contextRef="#ctx0" brushRef="#br0" timeOffset="54289.96">2374 5839 439 0,'0'-2'227'0,"0"2"-2"0,2 0-26 0,-2 0-8 16,1-1-11-16,-1 1-8 0,0 0-11 0,1 0-8 15,-1 0-13-15,2-1-2 0,-2 0-10 16,1 1-10-16,-1-1 6 0,0 1-15 16,0 0-20-16,0 0-6 0,0 0 14 0,0 0-10 15,0 0-19-15,0-1-4 0,0 1 10 16,0 0-1-16,0-1 11 0,0 1 10 0,0 0-31 16,0 1 17-16,0-1-4 0,0 0-8 15,0 0 8-15,0 0 6 0,0 0 0 0,0 0-14 16,0 0 2-16,0 0-15 0,0 0 2 15,0 0-5-15,0 0-3 0,0 0 2 0,0 0-4 16,0 0-5-16,0 0-8 0,0 0 5 0,0 0-2 16,0 0-1-16,0 0-3 0,0 0-2 15,0 0 5-15,0 0 5 0,0 0-1 0,0 0-5 16,0 0 6-16,0 0 0 0,0 0 6 16,0 0 3-16,0 0 2 0,0 0-3 0,0 0-3 15,0 0-5-15,0 0 8 0,0 0 7 16,0 0-5-16,0 0-2 0,0 0 0 0,0 0-17 15,0 0 8-15,0 0-4 0,0 0-7 16,0 0-4-16,-7 0-2 0,7 0-2 0,-14 0 1 16,10 1-7-16,0-1 0 0,-1 1-10 0,1-1 7 15,-3 0-1-15,-13 5-1 0,9-1-1 16,-2-1-2-16,1 1 1 0,-1 1-1 16,0 1 1-16,2-2-9 0,0 1 7 0,-2 1-3 0,0 0 1 15,2-1-2-15,-3 3 3 0,3 1-3 16,-2-2 0-16,2 2-8 0,0-2 3 15,1 2 5-15,-2-1 2 0,3 2 3 0,0-2-1 16,-1 1-6-16,0 2-2 0,0 0 7 16,2 1-6-16,1-3 0 0,-1 1-2 0,2 1 5 15,-1-1-2-15,0 1-3 0,0-1-4 0,4 0 5 16,-1 1 2-16,1 3-3 0,-1-2 9 16,4 0-1-16,0-1 1 0,0 4-2 15,0-9 1-15,0 3-3 0,0 4-8 0,7 11 8 0,-4-10-1 16,1-2 3-16,1 2-1 0,1 0-1 15,0 1-1-15,1-2 1 0,3-1-8 16,-1 2 7-16,1-1 4 0,0 0-2 0,0-1 1 16,1 2-1-16,-1-3 0 0,3 3 1 15,-3-1 0-15,1 1-12 0,-1-4 13 0,1 2 0 16,-1-1-2-16,-2-2 2 0,2 0 2 0,-3 0-11 16,-1-4 9-16,1 2 0 0,0 1 0 15,-4-3 5-15,1 0-7 0,-1-3 2 16,0 2 0-16,0-2-2 0,-1 1-6 0,0-2 12 15,-1 1-1-15,2 1-6 0,-3-2 5 0,1 0 16 16,1 1 11-16,-1-1 11 0,1 2 23 16,-1-3-21-16,-1 2 18 0,2 0 8 0,-2-2-8 15,0 0-19-15,0 0 11 0,0 0-16 0,-12 15 4 16,4-9-5-16,-2 0 18 16,-3 0-8-16,3-2-19 0,-1-1 3 0,-3 1-5 15,0-4-16-15,4 0 6 0,-5 0-1 0,2 0 0 16,6 0-3-16,-6 0 0 0,-12-8-1 15,9 6-4-15,5-4-3 0,-2 4 0 0,3-1 4 16,2 0 1-16,2 2 0 0,1-2-2 0,-1 2-14 16,3-1 17-16,0 1-4 0,1-2-4 15,-1 2-2-15,3 0 2 0,-3 1-2 16,2-2 0-16,-1 1-1 0,1 1 5 0,1 0-24 16,0 0 1-16,3 0 2 0,1 1 19 15,8 4 0-15,1-2-1 0,0 0-6 16,2 1 3-16,1 2-1 0,-1-1 1 0,4 2 3 0,-2-1-4 15,-1-2 1-15,3 3 2 0,-2-1 2 16,1-3-10-16,0 2 5 0,-2-2 1 0,-2 1-1 16,-4-3 0-16,-10-1 0 0,8 0 0 15,1 0 24-15,10-8 11 0,-6-3-6 16,0 0 19-16,-5-2-7 0,4-1-1 0,-3-4-5 0,-1 1-2 16,-3-2 13-16,2-1-13 0,-4 1-10 15,1-3-4-15,-1 1 6 0,0-3 1 16,-2 0-3-16,-1 0-6 0,0 14-5 0,0-7-2 15,0 1 0-15,0 0 7 0,0 1-3 16,0 3-15-16,0 2-2 0,0 1-17 0,0 3 3 16,0 1-96-16,0 5-53 0,0-6-29 0,0 6-39 15,0 0 22-15,-4-7-120 0,3 9-36 16,1 1 31-16,-2-1-181 0,-2 10-50 0,1-1 56 16,-2 2 41-16,0-5 30 15,0 5 19-15,0 1 53 0,1 2 39 0,-1-1 16 0,-2 3 20 16</inkml:trace>
  <inkml:trace contextRef="#ctx0" brushRef="#br0" timeOffset="55187.6">2246 6643 290 0,'1'-1'356'0,"-1"1"-11"0,0 0-50 16,0 0-23-16,0 0-18 0,0 0-12 15,0 0-1-15,0 0-34 0,0 0 1 0,0 0-23 0,0 0 14 16,0 0-22-16,0 0-29 0,0 0-5 16,-8 0-16-16,-1 7-10 0,-6 8-7 15,5-7-2-15,2 0-8 0,-1 3-8 0,2-3-6 16,0 3-6-16,-1 0-10 0,-1-1 10 15,2 1-12-15,0 2 5 0,0-2-10 0,1 2-5 16,2-2-6-16,-3 3-2 0,1-2 4 16,1 0-9-16,2 1-2 0,-3 0-8 0,5 1-1 15,-2-1 5-15,-1 1-1 0,4 1 4 0,-2-1-7 16,1-1 3-16,1-7-10 0,0 5 7 16,0 1 7-16,0 2-4 0,0 0-9 0,0-2 11 15,10 15 9-15,-7-13-1 0,1 0-5 16,3-2 11-16,-3 2-3 0,3-2-4 15,0 0 1-15,3-1 19 0,0 3-17 0,0 0 4 0,0 0-1 16,1-2-1-16,2 1 11 0,1-1-22 16,-1 0 10-16,-2-1-1 0,4 0-6 15,-2 3 17-15,1-2-13 0,0-1 2 0,-1 0-2 16,1 0 0-16,-1 0-12 0,-2-1 12 16,0-1-3-16,-1 1 5 0,0-2 6 0,1 2-22 15,-4-3 5-15,0 0-5 0,2-1-3 16,-4 0-4-16,0-1-2 0,-1-3-9 0,-1 1-4 15,-2-1 17-15,0-1-3 0,1 0 7 0,-1 0 27 16,-1 1 9-16,0-1-6 0,0-1-6 16,0 0-9-16,0 0-3 0,-10 0-3 0,6 0 0 15,-13 0-13-15,9 0-4 0,-6 0 1 16,-20-6 1-16,14 3-7 0,2-1-6 0,1 1-2 16,-1 1 0-16,1-3 5 0,1 4-7 15,2 1-3-15,0-3 12 0,6 3-15 0,-1-3 4 16,5 3-7-16,-2 0 3 0,2-1 7 0,1 0-10 15,0 1-8-15,3 0-5 0,0 0 10 16,-1 2-3-16,1 1-12 0,3-1 9 16,-2-1-4-16,9 6 10 0,-3-2 2 0,3 1-3 15,-2-3 1-15,2 3-6 0,2-2 15 0,-1 2-9 16,-1-4 0-16,2 1-7 0,-2-3 6 0,0 1-5 16,-10-1 14-16,10 0-2 0,4 0-1 15,11-12 2-15,-12 4-15 0,0-5 15 0,-3-3 2 16,1 2-7-16,-1-3-4 0,0 2 10 15,-2-3-3-15,-1 0-1 0,-1-1-2 16,-2 3-3-16,0 2 15 0,-1 1-11 0,0 0 2 16,0 5-9-16,-2 0-19 0,-1 4 3 0,3-2-81 15,-3 2-41-15,0 1-32 0,0 2-59 0,0 1 23 16,-1 1-150-16,-1 1-26 0,1 1 36 16,-5 6-257-16,-1 4 36 0,0-1 41 15,1 0 70-15,-1 1 28 0,0 0 33 16,0 1 33-16,0 2 17 0,0-3 52 0,2 1 6 0</inkml:trace>
  <inkml:trace contextRef="#ctx0" brushRef="#br0" timeOffset="56139.68">2340 7456 237 0,'2'0'359'0,"-2"0"-43"0,0 0-31 16,0 0-36-16,0 0-22 0,0 0-15 0,0 0-30 15,0 0-15-15,0 0 6 0,0 0-24 0,0 0 6 16,0 0-40-16,-10 0 6 0,-10 13-3 16,10-5-4-16,0-1-3 0,1 1 10 15,-1 1-33-15,0 1 11 0,0 2-11 0,0 0 26 16,-1 1-9-16,4-2-3 0,-3 3-3 15,1-1-14-15,1-2-6 0,1 0-11 0,1 1-16 16,2-1 12-16,0-3-10 0,1-1-9 0,2 5 0 16,-2-4 6-16,3 1-14 0,0-9 3 15,0 10-5-15,0 1-3 0,0 2 6 0,10 10 7 16,-8-11 6-16,3-1-12 0,-1 0-3 16,0 1 0-16,2-1 10 0,1 1-4 0,1 1-9 15,2-3-1-15,0 0 6 0,0 2 5 16,1-1-7-16,-1-1-4 0,-2 0 5 0,2 2-3 15,3-2 0-15,0 1 10 0,-3-1-7 16,1 1 5-16,2 0-2 0,-1 0-4 0,1 0-3 16,0 0 1-16,-2-1-4 0,0 1-8 15,2-1 7-15,-3-2 0 0,0-2-3 0,-2 2-5 16,3 0 0-16,-2-2-2 0,-1 1-1 16,-2-2 2-16,-2-1-9 0,0-2 5 0,-1 2-1 15,0-4 3-15,-3 1 10 0,3 2 14 0,-2-3-4 16,1 3 24-16,-1-3 8 0,-1 0-6 15,0 1 41-15,0-1-11 0,0 0-8 0,0 0-24 16,0 0-5-16,-8 6-5 0,-2-3-3 16,-2 1-5-16,-2 0-11 0,-3-1 4 15,3 0-10-15,-1 0 0 0,-4 0 4 0,4 0-6 16,-1 1-7-16,2-1 4 0,0 0-3 0,2-1 10 16,-1 1-22-16,0 0-2 0,3-3 1 15,2 2 10-15,1-1 2 0,3 0 1 0,-2 0 10 16,3 0-7-16,0-1 2 0,1 0-2 15,-1 1-2-15,0-1-7 0,3 0 4 0,-3 0-3 16,2 0-2-16,-1 1-7 0,1-1 8 16,-1 0 7-16,1 0-22 0,1 0 1 0,0 0-3 15,0 0 5-15,0 0-4 0,0 0 1 16,0 0 4-16,0 0-9 0,10 3 12 0,-6-3-4 16,2 2 0-16,-2-2 2 0,11 0-8 0,1 0 4 15,1 0-7-15,-10 0 16 0,4 0-13 16,2 0 3-16,15-8 6 0,-14 3 3 0,-1 2 5 15,-2-3-13-15,0-1 25 0,1-1 3 16,-4-1 2-16,2-2 0 0,-3 1-1 0,0-1 9 16,-1-3 11-16,-2 1-5 0,0-2-1 15,-1 2-3-15,-3-2 5 0,4 0 3 0,-4 2 6 16,0 6-4-16,0-4-1 0,-10-15-5 0,5 12 0 16,-1 2 0-16,-1-1 4 0,1 1-31 15,2 2-16-15,0 2 0 0,1 2 0 16,2 3 0-16,-2-2 0 0,2 3 0 0,-1-1 0 15,1 2 0-15,1 0 0 0,0 1 0 16,0 0-63-16,0 0-255 0,-7 18 31 0,2-5 25 16,4-5-466-16,0 2 38 0,-1-4 58 0,-1-2 66 15,2-4 48-15,2-1 41 0,2-1 42 16,8-7 8-16,4-1 58 0,6-6 10 0,4-3 59 16,6-2 40-16,7-6 7 0</inkml:trace>
  <inkml:trace contextRef="#ctx0" brushRef="#br0" timeOffset="58636.36">23499 5013 400 0,'-10'4'264'0,"10"-4"-17"0,-1 0-18 15,0 0-22-15,0 0 3 0,0 0-9 16,-1 0-7-16,1 0-9 0,1 0-9 0,-2 0-5 16,2 0-12-16,0 0 9 0,-1-1-44 0,1 1-2 15,0 0-11-15,0-2-7 0,0 2 8 16,1-1-22-16,1-1 8 0,-1 0-7 16,2 1-10-16,0-2-2 0,6-1 7 0,0-2-24 15,-1 1-1-15,-1 2-4 0,-1 0-4 0,0 2-9 16,-1 0 3-16,0 1 4 0,0 0-6 15,0 0 10-15,-1 0-5 0,1 0 0 16,-1 0-6-16,-4 0-6 0,0 0 18 0,9 0 3 16,11 8-1-16,-13-6-7 0,-1 0-2 0,0 1 0 15,3 3 1-15,-1 2 9 0,1-2-8 16,-2-2-3-16,1 2-10 0,-3 0 0 0,-1-1 6 16,0-2-7-16,0 2-1 0,0-1-8 0,-1-2 4 15,-1 3-7-15,1-4-5 0,-1 3 5 16,0-1 7-16,5 5-6 0,-2-2-2 15,-2-1-3-15,0-1 5 0,0 0-2 0,0-1-2 16,-1 1-1-16,0-1-1 0,-1 1-5 16,-1 0 1-16,1-1 0 0,0 1 2 0,-1 0-1 15,0 10-10-15,0-3 2 0,0-4 14 0,0 1-1 16,0 1-4-16,-9 14 0 0,7-11 0 16,-1-2-4-16,1 3 10 0,-1-4-8 0,-1 2 11 15,0 1-8-15,0-2 4 0,-1 2-3 16,1-1 7-16,-1 2 0 0,-2 0-1 15,-1 0 1-15,1 1-3 0,1 0 4 0,-2 1-4 16,0-1 3-16,-2 0 10 0,1-1-15 0,0 1 6 16,-1-1 1-16,-1 3-1 0,-2 0 1 15,1-5 0-15,-1 2 9 0,0 0-19 0,2 0 5 16,-4-1-2-16,2 2 11 0,-3-2-23 0,2 2 10 16,-1-2-1-16,-3 2-2 0,0 0-2 15,1-1 1-15,-1 0-11 0,-2 0 7 16,0-1 24-16,1 1-23 0,-3-1 0 0,3-2-18 15,-4 2 16-15,1-1-1 0,-2 1 3 16,0-1-1-16,3-2 0 0,-2 0-5 16,-1 0 3-16,0-2 5 0,0 3-7 0,0-2 26 15,2 1-39-15,-1-1 9 0,3 0 1 0,-1 1-3 16,3-2 3-16,-2-1 3 0,-1 1 23 16,1-2-37-16,3 0-4 0,0-1 14 0,3 2-1 15,0-2 2-15,0-1-2 0,4-1-3 0,-1 1 5 16,1-1 7-16,6-1-13 15,-2 1 7-15,2-1-2 0,0-1 4 0,0 0-12 16,1 0 19-16,0 0 2 0,-1 0 1 0,4 0-2 16,0 0-1-16,0 0-1 0,-6 0-13 15,6 0 3-15,-7 0 0 0,-7-9 14 0,4 1-3 16,3 1-2-16,3 0-3 0,-2-2-2 0,1-2 1 16,0-2-2-16,5-1-14 0,-4 0 1 15,4 1 1-15,0 6-1 0,0-3 2 16,0-2-1-16,11-12 33 0,-8 11-4 0,4 3-2 15,-3-1-2-15,-1 2-2 0,1 3-2 16,2-4-11-16,-2 5 5 0,-2 1-3 16,1 0-16-16,-1 1 2 0,0 0-6 0,-1 2 6 15,-1 0-2-15,0-1-1 0,0 2 3 0,0 0 7 16,0 0-2-16,0 0 5 0,0 10-6 16,-4 2 3-16,-2 2-2 0,-1 2 2 0,0-2 0 15,-4 2 17-15,1-1-1 0,0 2-1 16,0-1-14-16,-1 1 2 0,0-3 2 0,1 3 2 15,0-3 2-15,0 2 11 0,2-1-21 16,-1-2 6-16,2-2 5 0,0-1-16 0,4-2 0 16,1-1 2-16,0-2-1 0,1 0 15 15,1-5-9-15,0 0 0 0,0 0 4 0,0 4 6 16,11 3-2-16,-7-7-4 0,10 0 15 0,-5 0-15 16,15-8 0-16,-7 5-9 0,-2-1 11 15,-1 0 2-15,-1-1-6 0,1 1-8 0,0 0 19 16,-5 1-13-16,0-2 5 0,1 0-8 15,-3 3 0-15,-1-1-68 0,-2 0-39 0,-1 3-37 16,-2-3-73-16,2 1 21 0,-3 1-139 16,0 1-39-16,0 0 34 0,0 0-240 0,0 0 38 15,0-6 57-15,-8 0 40 16,5 3 23-16,-8 0 38 0,2-1 43 0,1 1 19 16,-5 1 17-16,0-2 3 0</inkml:trace>
  <inkml:trace contextRef="#ctx0" brushRef="#br0" timeOffset="59762.97">22293 5842 212 0,'9'-7'327'0,"1"1"-31"0,-3 2-39 0,3-4-17 16,2 3 2-16,1-1-6 0,1 0-37 16,-1 2-11-16,-2 1-14 0,3-2 9 0,0 2-43 15,0 1 3-15,-1 2-6 0,-6 0-7 16,6 0-16-16,-1 0-5 0,15 8 7 0,-14-4-13 16,1 2 21-16,-1 0-21 0,-1 1-3 15,1 2 12-15,-2-1-13 0,-1 0 4 0,3 0-1 16,-2 1 0-16,-1 0-1 0,0 1-2 15,-2 0-7-15,-1-2-1 0,0 5-2 0,-2-2-11 16,0 2-12-16,1-2 3 0,-3-2 8 16,-2 4-7-16,3-1-4 0,-4-3 3 15,0 2-1-15,0 2 0 0,0 2-11 0,0-1 13 16,-11 16-20-16,7-15 5 0,-2 0 3 16,-1 0-4-16,0-1 10 0,0 1-15 0,-4-2 19 15,-2-1-16-15,3 2-9 0,-1-1-4 0,-2 1 1 16,-1-1 6-16,0 0-20 0,0 0 4 15,-3-1 9-15,3-1 1 0,-3-1-26 0,0 0 3 16,0 2 10-16,0 0-8 0,-1-1 0 16,-2 0 1-16,-1 1-22 0,0 0 13 0,0-1 1 15,-2-1 13-15,2 2-2 0,0-3-25 16,-3 2 11-16,0-1 11 0,3-1 5 0,3-1-27 16,-2 1 8-16,2-2 13 0,1-2 0 15,1 0-22-15,3-1 10 0,2 1 11 0,1-3-16 16,2-2 2-16,2 3 5 0,2-3-13 15,0 0 6-15,4 0 0 0,0 0-2 0,0 0 10 16,-13-7-11-16,12 3 2 0,-2-4 17 16,1-2-10-16,0-4-18 0,2 7 21 15,0-5-23-15,0-3 10 0,0-1 7 0,11-18-14 16,-7 14 8-16,0-1-4 0,1-1 21 0,2 3-26 16,-2 0 7-16,1 1 12 0,4 2-16 15,-3-2 4-15,4 1-1 0,-5 3 18 0,-1 3-14 16,0 1-14-16,-1 4 12 0,-1 0-1 15,-1 2 8-15,0 1-13 0,-2 0 9 16,0 3-1-16,0 1-1 0,-3 1-1 0,-3 6 2 16,-2 3 3-16,1 0 2 0,-4 3-10 0,1 2 5 15,-2 0 2-15,0 1 17 0,-5 3-6 16,0 4-8-16,-1-1-8 0,1 0 1 16,-2 2 1-16,1 0 21 0,0 0-29 0,0 1 10 15,2-2 5-15,-1 1 14 0,3-4-22 0,1-2 8 16,3-3 24-16,0 3-40 0,2-4 12 15,2-1-1-15,1-1 7 0,4-4-20 0,1-2 3 16,0-7 10-16,0 0 3 0,9 11 22 0,-2-11-26 16,9 0 9-16,-8 0-10 0,6 0 0 15,19-13 1-15,-12 8 5 0,-1-3-13 16,-2 1 10-16,2 2-3 0,-2-4 7 0,0 2-13 16,1-1 15-16,-1 3-19 0,-4 1-1 15,0-2 10-15,-4 1 0 0,-3 5-42 0,0-3-22 16,-1 0-36-16,-3 2-43 0,1-1 13 15,0 1-128-15,-1-1-83 0,0 0 32 0,5-4-254 16,1-1 38-16,-1-2 40 0,2 4 38 16,0-1 26-16,4-1 53 0,0-1 10 0,-1 4 27 15,4-3 27-15,2 2 35 0</inkml:trace>
  <inkml:trace contextRef="#ctx0" brushRef="#br0" timeOffset="60576.96">22884 6347 347 0,'0'0'269'16,"0"0"-12"-16,0 0-30 0,0 0 0 15,0 0-2-15,0 0 9 0,4 0-37 0,-4 0 2 16,11-9-2-16,-1 1-2 0,2-1-3 16,-1-1-19-16,3-2 25 0,0 2 3 0,0-1-7 15,3-1 9-15,1 0-10 0,3-1-8 16,1 1 1-16,0 0-12 0,2-1-10 0,2 2-13 16,2 1-3-16,-2-1-16 0,5 2-3 0,2 0 4 15,1 1-19-15,1 3-9 0,-3-1 5 16,6 2-26-16,-4 2-6 0,1 1-2 15,-18 1-8-15,9 0 4 0,3 0-21 0,4 0-3 16,30 10-10-16,-33-4 3 0,-1 0 5 16,0 2 0-16,-2 0-3 0,-2 1 2 15,-2-1-8-15,0 1 20 0,-2 3-11 0,0 0-2 0,-2 1-4 16,-2-1 29-16,0 4-17 16,0-1-1-16,-3 0 8 0,-2 3-3 0,-1 1 5 0,-1 0-9 15,-3 0-2-15,-2 0-2 0,0 1 8 16,-1 1-2-16,-2 1-4 0,-1 2-3 0,-1-2 10 15,0-11-8-15,0 5-6 0,0 3-14 0,0-1 4 16,-11 20-10-16,10-19 3 0,-1-1 0 16,-1-3-2-16,0 2-4 0,1-3 7 15,-2-1-4-15,3 0-10 0,0-4 0 0,-2-2 11 16,1-1-19-16,2-1-4 0,-1-1 13 0,0 0-8 16,0-1 14-16,1-1-5 0,0-1-2 15,-1 2-5-15,0 0-1 0,1-3 12 16,0 1 1-16,-1 1-11 0,1-4-9 0,0 2 1 15,0 0 5-15,0 0 1 0,-4-7-7 0,1-5 2 16,-1 0 8-16,4 2-6 0,-3-2 0 16,3 0-7-16,-3 1 3 0,2 3-7 15,-1 2 9-15,1 2-1 0,1-2 1 0,-1 3-4 16,1 1 4-16,0 1-9 0,-1 0-1 0,1 1 8 16,0 0 1-16,1 1-9 0,-1 2 7 15,0-1-2-15,-1 4 11 0,3 6-12 0,-2-1 6 16,0-4-3-16,0 1 3 0,8 15 6 15,-6-15-3-15,2 0 1 0,-2-2-4 0,1-1-9 16,-1 1-6-16,1-2 21 0,1-1-3 16,0-3-2-16,2 0 1 0,1 0-9 0,13-7-5 15,-9-2-5-15,1 2-35 0,-3-2 5 16,1 1-87-16,-5-2-54 0,0 2-55 0,-2 2 26 16,-2 0-149-16,-1 2 33 0,0 4-261 15,0 0-13-15,0 0 43 0,-9-8 67 0,6 8 39 16,-1 0 25-16,0 2 26 0,-4 6 62 15,-1 0 15-15,1 0 22 0,1 5 36 0,-2 0 16 16</inkml:trace>
  <inkml:trace contextRef="#ctx0" brushRef="#br0" timeOffset="61800.26">23829 7010 475 0,'-2'0'348'0,"-1"0"-49"16,2 2-13-16,0-2-31 0,1 0-7 0,0 0-4 15,2 0-28-15,0 0 31 0,1-2-43 16,0 2-7-16,2 0 0 0,-1 0-13 0,10 0-6 15,-8 0 9-15,6 0-14 0,1 0-24 16,0 0-11-16,15 11 11 0,-14-7-13 16,-2 2-8-16,-2-3-8 0,2 4-10 0,-3-1-5 15,-1 0-3-15,-1 0 13 0,1 1 13 16,-4 1-20-16,1 3 0 0,0 0-3 0,-3 0 7 16,1-1-33-16,-1 3 7 0,-2-2 4 0,2 2 3 15,-2-9-5-15,0 6 5 0,0 3-9 16,-10 14 21-16,7-13-12 0,0-1-10 15,-1 2-9-15,0-3-2 0,-1 3-3 0,0-4 1 16,-1 3-11-16,1-1-6 0,-1 0-13 0,0-2 6 16,1 0 3-16,-2 1 2 0,1 0-6 15,0-1-6-15,-1 0 7 0,-1 2-4 0,-1-2-13 16,1-2 8-16,-1 0-1 0,0 3 1 16,-1 0 6-16,0-3-7 0,-1 1-2 0,1-2-8 15,-1-1 14-15,-2 2-14 0,1 2 5 16,0-3-6-16,-1 2 1 0,1-2-4 0,-1 2-2 15,-2-3 0-15,0 1-8 0,2-1 8 0,1 1 1 16,-2-4-6-16,2 4-10 0,0 0 11 16,-1 0-7-16,1 1 12 0,-1 0-6 0,-1 2-1 15,-1-4-8-15,0 0 1 0,1 3 4 16,-1-2 5-16,3-3-8 0,0 3 2 16,-2-2 3-16,-2 0-4 0,3 1-6 0,-2-1 3 15,0-1 1-15,-1 2 0 0,1-1-9 16,0 0-5-16,2 1 14 0,-1-1-3 0,2 3 3 0,-2-3-11 15,-1-1 3-15,4 2 13 0,-1-1-10 16,-3-1 2-16,3 3-6 0,-3 1 2 16,2-2 10-16,0 1-12 0,0 1 5 0,0 3 3 15,-1-5-3-15,2 2 0 0,0 0-2 0,-2-1-5 16,2 0 7-16,-2 2 1 0,-1-2-2 16,1 1 1-16,0 1-4 0,0 0 2 15,0-1-6-15,0-1 1 0,0-1 12 0,1 2-15 16,1-3 8-16,-4 2 6 0,2 2-10 15,0-4 2-15,1 0 5 0,0-1-4 0,2 2 0 16,1-4 0-16,3 1 0 0,-3 0 0 0,5 1 0 16,5-5 0-16,-6 0 0 0,6 0 0 15,-6 0 0-15,6 0 0 0,0 0 0 0,-4 0 0 16,-3 8 0-16,4-8 0 0,3 1 0 16,0-1 0-16,-1 0 0 0,1 0 0 15,0 0 0-15,-1-8 0 0,2 4 0 0,2-7 0 16,1-4 0-16,0 0 0 0,0 3 0 0,4-3 0 15,-1-2 0-15,2 2 0 0,1-3 0 16,2 2 0-16,-3 0 0 0,1 1 0 16,-3 1 0-16,3 1 0 0,-1 0 0 0,-1 3 0 15,-1-2 0-15,0 4 0 0,-4 1 0 0,-2 4 0 16,2 0 0-16,0 0 0 0,-1 0 0 16,0 1 0-16,-2 1 0 0,2-1 0 0,-1 0 0 15,-1 2 0-15,0 0 0 0,2 0 0 16,-2 0 0-16,-2 4 0 0,-1-1 0 15,1 9 0-15,-6 0 0 0,4 1 0 0,-3 0 0 16,0 2 0-16,0-1 0 0,0 1 0 0,0 3 0 16,-1-1 0-16,-1 2 0 0,-1-4 0 15,5 2 0-15,-2 2 0 0,2-3 0 0,1 0 0 16,1-3 0-16,0 1 0 0,3-3 0 16,0-11 0-16,0 9 0 0,0 0 0 0,12 5 0 15,-2-6 0-15,2-3 0 0,2-1 0 16,2 0 0-16,2-4 0 0,-8 0 0 0,4 0 0 15,3 0 0-15,1 0 0 0,-1 0 0 16,20-8 0-16,-23 6 0 0,-10 2 0 0,3 0 0 16,0 0 0-16,0 0-12 0,-7 0-258 0,6 0 26 15,-6 0-213-15,0 0 47 0,6-1-267 16,-6 1 43-16,0-1 48 0,-2 0 60 16,1 0 52-16,-1 0 34 0,1 0 35 0,1 0 42 15,-1-1 25-15,1 2 21 0,0 0 30 16,0 0-12-16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4:55:02.3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4:57:05.6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45 24575,'76'-3'0,"99"-17"0,-18 0 0,-146 19 0,0 0 0,0 1 0,0 0 0,0 1 0,0 0 0,16 5 0,-22-5 0,-1 1 0,0-1 0,0 1 0,0 0 0,-1 0 0,1 1 0,0-1 0,-1 1 0,0 0 0,1 0 0,-1 0 0,0 0 0,-1 0 0,1 1 0,0 0 0,-1-1 0,0 1 0,0 0 0,2 4 0,1 7 0,0-1 0,-1 1 0,-1-1 0,0 1 0,-1 0 0,0 16 0,-4 94 0,-1-84 0,-20 354 0,22-378 0,0 6 0,-1 1 0,-1-1 0,-7 25 0,8-41 0,0 0 0,-1 0 0,0 0 0,0 0 0,-1 0 0,1-1 0,-2 0 0,1 0 0,-1 0 0,1 0 0,-2-1 0,1 0 0,-1 0 0,-5 5 0,-5-1 0,-1 1 0,1-2 0,-1 0 0,-1-1 0,0-1 0,-29 6 0,-116 13 0,61-17-1365,18-6-5461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4:59:12.9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159 90 24575,'-7'-3'0,"-10"-2"0,2-7 0,18-5 0,19-3 0,10 2 0,-9 4 0,-29 14 0,-28 12 0,-19 7 0,-4 1 0,7-4-8191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5:05:40.1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0 175 24575,'26'-4'0,"58"-8"0,87-13 0,72-2 0,45 3 0,31 7-1710,-10-3 1710,-46 4 0,-61 0 413,-65 3-7307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1.6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89 605 1484 0 0,'-61'-90'5223'0'0,"44"63"-3512"0"0,6 13 150 0 0,13 24-672 0 0,13 29-600 0 0,7 16-267 0 0,-15-35-200 0 0,1 0 0 0 0,1 0 0 0 0,1 0 1 0 0,0-1-1 0 0,23 30 0 0 0,-32-48-108 0 0,0 0 0 0 0,0 0-1 0 0,0 0 1 0 0,0 0 0 0 0,0-1 0 0 0,0 1 0 0 0,0 0-1 0 0,0-1 1 0 0,0 1 0 0 0,0-1 0 0 0,0 0 0 0 0,1 1-1 0 0,-1-1 1 0 0,0 0 0 0 0,0 1 0 0 0,0-1 0 0 0,1 0 0 0 0,-1 0-1 0 0,0 0 1 0 0,0 0 0 0 0,0 0 0 0 0,1 0 0 0 0,-1-1-1 0 0,0 1 1 0 0,0 0 0 0 0,0-1 0 0 0,0 1 0 0 0,2-1 0 0 0,27-18 169 0 0,-27 17-193 0 0,16-15 74 0 0,-1-1 0 0 0,0-1 0 0 0,-2 0 0 0 0,0-1 0 0 0,25-42-1 0 0,-15 23-29 0 0,209-321 235 0 0,-218 335-266 0 0,10-14-202 0 0,29-55 0 0 0,-69 101-4641 0 0,-12 15 2944 0 0,22-19 1568 0 0,-88 72-4255 0 0,67-53 3569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2.0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0 739 1268 0 0,'0'0'42'0'0,"0"0"1"0"0,0 0-1 0 0,0-1 0 0 0,0 1 0 0 0,0 0 1 0 0,0 0-1 0 0,1 0 0 0 0,-1 0 0 0 0,0 0 0 0 0,0 0 1 0 0,0 0-1 0 0,0-1 0 0 0,0 1 0 0 0,0 0 1 0 0,0 0-1 0 0,0 0 0 0 0,0 0 0 0 0,0 0 0 0 0,1 0 1 0 0,-1 0-1 0 0,0 0 0 0 0,0 0 0 0 0,0 0 1 0 0,0 0-1 0 0,0 0 0 0 0,0-1 0 0 0,1 1 1 0 0,-1 0-1 0 0,0 0 0 0 0,0 0 0 0 0,0 0 0 0 0,0 0 1 0 0,0 0-1 0 0,0 0 0 0 0,1 0 0 0 0,-1 0 1 0 0,0 0-1 0 0,0 0 0 0 0,0 1 0 0 0,0-1 1 0 0,0 0-1 0 0,0 0 0 0 0,1 0 0 0 0,-1 0 0 0 0,0 0 1 0 0,0 0-1 0 0,0 0 0 0 0,0 0 0 0 0,0 0 1 0 0,0 0-1 0 0,0 0 0 0 0,1 0 0 0 0,-1 1 1 0 0,0-1-1 0 0,0 0 0 0 0,0 0 0 0 0,0 0 0 0 0,0 0 1 0 0,0 0-1 0 0,0 0 0 0 0,0 1 0 0 0,0-1 1 0 0,0 0-1 0 0,0 0 0 0 0,0 0 0 0 0,14 15 718 0 0,14 21-533 0 0,-5 0 27 0 0,-17-25-41 0 0,1 0 0 0 0,1-1 1 0 0,16 19-1 0 0,-23-29-164 0 0,0 1 0 0 0,0 0-1 0 0,0-1 1 0 0,0 1-1 0 0,0-1 1 0 0,0 1 0 0 0,0-1-1 0 0,0 1 1 0 0,0-1 0 0 0,0 0-1 0 0,0 0 1 0 0,1 0-1 0 0,-1 1 1 0 0,0-1 0 0 0,0 0-1 0 0,0 0 1 0 0,0-1 0 0 0,1 1-1 0 0,-1 0 1 0 0,0 0 0 0 0,0 0-1 0 0,0-1 1 0 0,0 1-1 0 0,0-1 1 0 0,0 1 0 0 0,0-1-1 0 0,0 1 1 0 0,0-1 0 0 0,0 0-1 0 0,0 1 1 0 0,0-1 0 0 0,0 0-1 0 0,1-1 1 0 0,5-4 25 0 0,-1 0 0 0 0,1-1 0 0 0,6-9 0 0 0,-8 9 94 0 0,61-83 847 0 0,103-186-1 0 0,-61 90-483 0 0,-104 180-511 0 0,181-272 809 0 0,-185 277-831 0 0,0 1-1 0 0,0 0 0 0 0,0 0 1 0 0,0 0-1 0 0,1-1 0 0 0,-1 1 0 0 0,0 0 1 0 0,0 0-1 0 0,0 0 0 0 0,0 0 1 0 0,0-1-1 0 0,0 1 0 0 0,0 0 1 0 0,1 0-1 0 0,-1 0 0 0 0,0 0 0 0 0,0 0 1 0 0,0-1-1 0 0,0 1 0 0 0,1 0 1 0 0,-1 0-1 0 0,0 0 0 0 0,0 0 0 0 0,0 0 1 0 0,0 0-1 0 0,1 0 0 0 0,-1 0 1 0 0,0 0-1 0 0,0 0 0 0 0,0 0 1 0 0,1 0-1 0 0,-1 0 0 0 0,0 0 0 0 0,0 0 1 0 0,0 0-1 0 0,1 0 0 0 0,-1 0 1 0 0,0 0-1 0 0,1 9-356 0 0,-6 17-3354 0 0,2-20 3148 0 0,1 0 0 0 0,-1 0 0 0 0,0 0 0 0 0,-1-1 0 0 0,1 1 0 0 0,-1-1 0 0 0,0 0-1 0 0,0 0 1 0 0,-7 6 0 0 0,-1-1-415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3.4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13 489 1484 0 0,'-2'-2'632'0'0,"1"0"0"0"0,0 0 0 0 0,-1 0-1 0 0,1-1 1 0 0,0 1 0 0 0,0-1 0 0 0,0 1 0 0 0,0 0 0 0 0,1-1-1 0 0,-1 1 1 0 0,0-5 0 0 0,21 33 1640 0 0,-16-20-2131 0 0,49 72 1027 0 0,-46-69-964 0 0,1 1 0 0 0,0-1 0 0 0,0-1 0 0 0,1 0 0 0 0,17 12 0 0 0,-23-18-125 0 0,0 0 0 0 0,-1-1-1 0 0,1 0 1 0 0,1 0 0 0 0,-1 0 0 0 0,0 0 0 0 0,0 0 0 0 0,0-1 0 0 0,0 1 0 0 0,1-1 0 0 0,-1 0 0 0 0,0 0 0 0 0,0 0 0 0 0,1 0 0 0 0,-1 0 0 0 0,0-1 0 0 0,0 0 0 0 0,0 1 0 0 0,0-1 0 0 0,0-1 0 0 0,0 1 0 0 0,5-3 0 0 0,5-3 117 0 0,0-1 0 0 0,-1 0 1 0 0,20-19-1 0 0,-24 20-71 0 0,262-255 1566 0 0,-52 45-973 0 0,-186 187-626 0 0,-17 15-304 0 0,0 1-1 0 0,32-22 0 0 0,-81 80-6763 0 0,-96 80-174 0 0,112-108 6534 0 0,-11 9-398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3.8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24 489 1540 0 0,'-24'-28'5329'0'0,"34"61"-2966"0"0,-8-28-2282 0 0,45 100 1387 0 0,-40-92-1220 0 0,0-1 0 0 0,1 0 1 0 0,0 0-1 0 0,1-1 0 0 0,20 20 0 0 0,-27-29-182 0 0,0 0-1 0 0,1 0 0 0 0,-1-1 0 0 0,1 1 0 0 0,0 0 0 0 0,0-1 0 0 0,0 0 1 0 0,-1 0-1 0 0,1 0 0 0 0,0 0 0 0 0,0 0 0 0 0,1 0 0 0 0,-1-1 0 0 0,0 0 1 0 0,0 1-1 0 0,0-1 0 0 0,0 0 0 0 0,0-1 0 0 0,0 1 0 0 0,0 0 0 0 0,0-1 1 0 0,0 0-1 0 0,0 0 0 0 0,0 0 0 0 0,0 0 0 0 0,0 0 0 0 0,0 0 0 0 0,0-1 0 0 0,3-2 1 0 0,7-5 149 0 0,0-1 0 0 0,0 0 0 0 0,-1-1 0 0 0,15-17 0 0 0,-24 25-174 0 0,226-258 1380 0 0,34-35-907 0 0,-255 289-948 0 0,-1-1 0 0 0,0 0-1 0 0,0 0 1 0 0,-1-1 0 0 0,0 1 0 0 0,8-15 0 0 0,-28 29-4249 0 0,-134 89-2201 0 0,118-73 5910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4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9 528 888 0 0,'0'0'243'0'0,"-1"0"0"0"0,1 0-1 0 0,-1 1 1 0 0,1-1 0 0 0,-1 0 0 0 0,1 1-1 0 0,-1-1 1 0 0,1 0 0 0 0,-1 1-1 0 0,1-1 1 0 0,-1 1 0 0 0,1-1 0 0 0,0 1-1 0 0,-1-1 1 0 0,1 1 0 0 0,0-1 0 0 0,-1 1-1 0 0,1-1 1 0 0,0 1 0 0 0,0-1 0 0 0,-1 2-1 0 0,5 11 1268 0 0,18 13-2015 0 0,-17-21 1173 0 0,5 6-217 0 0,0-1-1 0 0,0-1 0 0 0,21 16 1 0 0,-25-22-279 0 0,-1 0 0 0 0,1 0-1 0 0,0-1 1 0 0,-1 0 0 0 0,1 0 0 0 0,0 0 0 0 0,1-1 0 0 0,-1 0 0 0 0,0 0 0 0 0,0 0 0 0 0,9-1 0 0 0,-10 0-104 0 0,0-1 0 0 0,0 0 0 0 0,0 0 1 0 0,0-1-1 0 0,0 1 0 0 0,0-1 0 0 0,0 0 0 0 0,0 0 1 0 0,-1-1-1 0 0,1 1 0 0 0,-1-1 0 0 0,0 0 0 0 0,6-5 1 0 0,7-4 199 0 0,9-8 127 0 0,-1 0 1 0 0,-1-1 0 0 0,24-27-1 0 0,61-81 584 0 0,-28 31-306 0 0,144-157 675 0 0,-225 255-1331 0 0,14-19-1398 0 0,-14 14-822 0 0,-11 10-531 0 0,-13 10 1186 0 0,1 1 1 0 0,1 1-1 0 0,0 2 0 0 0,2 0 1 0 0,-35 40-1 0 0,31-31 692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4.8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12 653 1600 0 0,'-1'0'329'0'0,"0"-1"-1"0"0,0 1 1 0 0,1 0 0 0 0,-1-1 0 0 0,0 1-1 0 0,1-1 1 0 0,-1 1 0 0 0,0-1-1 0 0,1 1 1 0 0,-1-1 0 0 0,1 1-1 0 0,-1-1 1 0 0,0 1 0 0 0,1-1-1 0 0,0 0 1 0 0,-1 1 0 0 0,0-2-1 0 0,2 2-228 0 0,0 0 1 0 0,-1 0-1 0 0,1 0 0 0 0,0 0 0 0 0,0 1 0 0 0,-1-1 0 0 0,1 0 0 0 0,0 1 1 0 0,0-1-1 0 0,-1 1 0 0 0,1-1 0 0 0,-1 0 0 0 0,1 1 0 0 0,0-1 1 0 0,-1 1-1 0 0,1 0 0 0 0,-1-1 0 0 0,1 1 0 0 0,-1-1 0 0 0,1 3 1 0 0,6 3 74 0 0,7 9 252 0 0,24 19 0 0 0,-35-31-315 0 0,1 0 0 0 0,0-1 0 0 0,0 1 0 0 0,0-1 0 0 0,0 0 0 0 0,0 0 0 0 0,1 0 0 0 0,-1 0 0 0 0,1-1 0 0 0,-1 0 0 0 0,1 0 0 0 0,7 1 0 0 0,-8-3-51 0 0,1 1-1 0 0,-1-1 1 0 0,1 0-1 0 0,-1 0 1 0 0,1 0-1 0 0,-1-1 1 0 0,0 0 0 0 0,0 0-1 0 0,0 0 1 0 0,0 0-1 0 0,0 0 1 0 0,0-1-1 0 0,4-3 1 0 0,7-8 181 0 0,23-25 0 0 0,-17 17-78 0 0,27-30 189 0 0,49-69 1 0 0,34-67 67 0 0,-59 81-238 0 0,-58 87-217 0 0,8-10-657 0 0,-2-1 0 0 0,26-52 0 0 0,-50 90-775 0 0,0 1 0 0 0,0-1 0 0 0,-1 0 0 0 0,-6 7 0 0 0,-47 48-754 0 0,46-50 1304 0 0,-13 13-7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5.2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7 644 1388 0 0,'-7'-11'4493'0'0,"16"23"-2355"0"0,0-4-1871 0 0,8 9 577 0 0,36 25 1 0 0,-48-38-668 0 0,1-1 1 0 0,0 1-1 0 0,-1-1 0 0 0,2 0 1 0 0,-1-1-1 0 0,0 0 1 0 0,0 0-1 0 0,1 0 1 0 0,-1-1-1 0 0,1 1 0 0 0,10-1 1 0 0,-15-1-144 0 0,0 0 1 0 0,1 0 0 0 0,-1-1-1 0 0,0 1 1 0 0,0-1 0 0 0,0 0 0 0 0,0 1-1 0 0,0-1 1 0 0,0 0 0 0 0,0 0-1 0 0,0 0 1 0 0,0-1 0 0 0,0 1-1 0 0,0 0 1 0 0,-1-1 0 0 0,4-2-1 0 0,3-3 84 0 0,15-13 188 0 0,0 0 0 0 0,-1-1 0 0 0,27-35 0 0 0,49-77 291 0 0,-45 58-345 0 0,159-213 383 0 0,-189 260-746 0 0,-15 20-294 0 0,-1-1 0 0 0,0 0 0 0 0,0-1 0 0 0,-1 1 0 0 0,9-21 0 0 0,-18 37-763 0 0,0 0 0 0 0,0 0 0 0 0,-1-1 0 0 0,-7 11 0 0 0,-42 43-1460 0 0,42-49 1976 0 0,-43 43-1283 0 0,25-23 948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5.6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8 651 1344 0 0,'-3'3'1072'0'0,"3"-2"-920"0"0,-1-1 1 0 0,1 1-1 0 0,0-1 1 0 0,-1 1-1 0 0,1-1 1 0 0,0 1-1 0 0,-1-1 0 0 0,1 1 1 0 0,0-1-1 0 0,0 1 1 0 0,0-1-1 0 0,-1 1 1 0 0,1-1-1 0 0,0 1 1 0 0,0 0-1 0 0,0-1 1 0 0,0 1-1 0 0,0-1 1 0 0,0 1-1 0 0,0-1 1 0 0,0 1-1 0 0,0 0 1 0 0,0-1-1 0 0,0 1 1 0 0,1-1-1 0 0,-1 1 1 0 0,0-1-1 0 0,0 1 1 0 0,0-1-1 0 0,1 1 1 0 0,-1-1-1 0 0,0 1 1 0 0,1-1-1 0 0,0 2 1 0 0,2 2-10 0 0,0-1 1 0 0,0 1 0 0 0,1-1 0 0 0,-1 0-1 0 0,1 0 1 0 0,0 0 0 0 0,0 0 0 0 0,0 0 0 0 0,0-1-1 0 0,1 0 1 0 0,-1 0 0 0 0,1 0 0 0 0,-1-1-1 0 0,1 1 1 0 0,-1-1 0 0 0,1 0 0 0 0,0 0-1 0 0,0-1 1 0 0,0 1 0 0 0,-1-1 0 0 0,1 0-1 0 0,0 0 1 0 0,0-1 0 0 0,0 0 0 0 0,9-2-1 0 0,-2-2 41 0 0,0-1-1 0 0,0-1 0 0 0,-1 0 1 0 0,1 0-1 0 0,-2-1 0 0 0,18-16 1 0 0,60-66 953 0 0,-85 87-1113 0 0,292-346 2139 0 0,-292 346-2149 0 0,40-54 211 0 0,-20 27 33 0 0,38-42 0 0 0,-48 58-153 0 0,12-10 59 0 0,-19 18-1152 0 0,-32 28-12782 0 0,14-9 12806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9.5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1 564 1076 0 0,'2'-20'5305'0'0,"4"31"-2114"0"0,2 4-3226 0 0,-6-9 223 0 0,3 2 68 0 0,-1 0-1 0 0,1 0 1 0 0,0 0 0 0 0,8 9 0 0 0,-11-16-185 0 0,-1 1-1 0 0,0-1 0 0 0,1 1 0 0 0,-1-1 1 0 0,1 0-1 0 0,0 0 0 0 0,-1 1 0 0 0,1-1 1 0 0,0 0-1 0 0,0-1 0 0 0,-1 1 1 0 0,1 0-1 0 0,0 0 0 0 0,0-1 0 0 0,0 1 1 0 0,0-1-1 0 0,0 0 0 0 0,0 1 0 0 0,0-1 1 0 0,0 0-1 0 0,0 0 0 0 0,0 0 1 0 0,0-1-1 0 0,0 1 0 0 0,0 0 0 0 0,0-1 1 0 0,2 0-1 0 0,7-4 62 0 0,-1-1 0 0 0,1 0 0 0 0,-1 0 0 0 0,0-1 0 0 0,-1-1 0 0 0,0 1 0 0 0,13-15 0 0 0,57-72 571 0 0,-45 51-523 0 0,295-348 900 0 0,-297 346-2273 0 0,-39 57-867 0 0,-1-1 1 0 0,-16 17-1 0 0,-56 49-1498 0 0,27-28 1897 0 0,18-15 662 0 0,-3-1 126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9.8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1 445 1688 0 0,'0'-11'2606'0'0,"0"11"-2549"0"0,0-1-1 0 0,0 0 1 0 0,0 1 0 0 0,0-1 0 0 0,0 0 0 0 0,0 1 0 0 0,0-1 0 0 0,0 1-1 0 0,0-1 1 0 0,0 0 0 0 0,1 1 0 0 0,-1-1 0 0 0,0 1 0 0 0,0-1 0 0 0,1 0-1 0 0,-1 1 1 0 0,0-1 0 0 0,1 1 0 0 0,-1-1 0 0 0,1 1 0 0 0,-1-1 0 0 0,0 1-1 0 0,1 0 1 0 0,-1-1 0 0 0,1 1 0 0 0,-1-1 0 0 0,1 1 0 0 0,0 0 0 0 0,-1 0-1 0 0,1-1 1 0 0,-1 1 0 0 0,1 0 0 0 0,-1 0 0 0 0,1 0 0 0 0,0-1 0 0 0,-1 1-1 0 0,1 0 1 0 0,0 0 0 0 0,-1 0 0 0 0,1 0 0 0 0,0 0 0 0 0,-1 0 0 0 0,1 0-1 0 0,-1 0 1 0 0,1 1 0 0 0,0-1 0 0 0,-1 0 0 0 0,1 0 0 0 0,-1 0 0 0 0,1 1-1 0 0,0-1 1 0 0,-1 0 0 0 0,1 1 0 0 0,-1-1 0 0 0,1 1 0 0 0,-1-1 0 0 0,1 0-1 0 0,-1 1 1 0 0,0-1 0 0 0,1 1 0 0 0,-1-1 0 0 0,1 1 0 0 0,-1-1 0 0 0,0 2-1 0 0,10 10 474 0 0,-1 1-1 0 0,9 15 1 0 0,-13-19-266 0 0,0 0 0 0 0,1 0 0 0 0,0 0 0 0 0,1-1 0 0 0,0 0 0 0 0,0 0 0 0 0,0 0 0 0 0,12 7 0 0 0,-18-14-194 0 0,1 0 0 0 0,-1 0 0 0 0,1-1 0 0 0,0 1 0 0 0,-1-1 0 0 0,1 1 0 0 0,-1-1 0 0 0,1 0 0 0 0,0 1 0 0 0,0-1 0 0 0,-1 0 0 0 0,1 0 0 0 0,0 0 0 0 0,-1 0 0 0 0,1-1 0 0 0,0 1 0 0 0,-1 0 0 0 0,1-1 0 0 0,0 1 0 0 0,2-2 0 0 0,32-20 536 0 0,-33 20-574 0 0,17-14 221 0 0,0-1 0 0 0,-1-1 0 0 0,17-19 0 0 0,49-67 266 0 0,-18 19-122 0 0,-9 16-176 0 0,-15 16-146 0 0,86-82 0 0 0,-129 135-111 0 0,0 0 1 0 0,0-1-1 0 0,0 1 1 0 0,1 0-1 0 0,-1 0 1 0 0,0-1-1 0 0,0 1 1 0 0,0 0-1 0 0,1-1 1 0 0,-1 1-1 0 0,0 0 1 0 0,0 0-1 0 0,1 0 0 0 0,-1-1 1 0 0,0 1-1 0 0,1 0 1 0 0,-1 0-1 0 0,0 0 1 0 0,1-1-1 0 0,-1 1 1 0 0,0 0-1 0 0,1 0 1 0 0,-1 0-1 0 0,0 0 1 0 0,1 0-1 0 0,-1 0 1 0 0,0 0-1 0 0,1 0 1 0 0,-1 0-1 0 0,0 0 1 0 0,1 0-1 0 0,-1 0 1 0 0,1 0-1 0 0,-7 13-1029 0 0,-16 19-799 0 0,-38 34-2994 0 0,-93 82 1 0 0,124-122 3892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20:00.2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2 400 1780 0 0,'-2'-22'5893'0'0,"8"32"-4538"0"0,4 14-450 0 0,-6-13-499 0 0,0 0 0 0 0,1-1 0 0 0,9 17-1 0 0,-12-25-298 0 0,-1 0 0 0 0,1 0 0 0 0,-1 0-1 0 0,1 0 1 0 0,0 0 0 0 0,0 0 0 0 0,0 0 0 0 0,0-1-1 0 0,0 1 1 0 0,0-1 0 0 0,1 1 0 0 0,-1-1-1 0 0,0 0 1 0 0,1 0 0 0 0,-1 0 0 0 0,1 0-1 0 0,-1-1 1 0 0,1 1 0 0 0,-1 0 0 0 0,1-1 0 0 0,3 0-1 0 0,-1 0-21 0 0,-1-1 0 0 0,1 0 0 0 0,0-1 0 0 0,-1 1 0 0 0,1-1 0 0 0,-1 0 0 0 0,0 0 0 0 0,0 0 0 0 0,1-1-1 0 0,-1 1 1 0 0,-1-1 0 0 0,1 0 0 0 0,4-5 0 0 0,4-1 198 0 0,33-29 626 0 0,-3-1 0 0 0,58-70 0 0 0,-39 40-284 0 0,140-134 1122 0 0,-206 204-3919 0 0,0 0 0 0 0,0-1-1 0 0,0 0 1 0 0,0 0 0 0 0,-7 0 0 0 0,-3-1-295 0 0,3 1-323 0 0,-2 0 1996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8.1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29 244 984 0 0,'0'0'5303'0'0,"-3"-3"-4528"0"0,-5-4-776 0 0,-6-3 4116 0 0,10 15-2181 0 0,5 13-1571 0 0,3 16-49 0 0,23 137 445 0 0,-26-169-727 0 0,10 31 122 0 0,-11-32-134 0 0,0 0 1 0 0,0 0-1 0 0,1 0 1 0 0,-1 0-1 0 0,1 0 0 0 0,-1 0 1 0 0,1-1-1 0 0,0 1 0 0 0,-1 0 1 0 0,1 0-1 0 0,-1-1 1 0 0,1 1-1 0 0,0 0 0 0 0,0-1 1 0 0,0 1-1 0 0,-1-1 0 0 0,1 1 1 0 0,0-1-1 0 0,0 1 0 0 0,0-1 1 0 0,0 0-1 0 0,0 1 1 0 0,0-1-1 0 0,0 0 0 0 0,0 0 1 0 0,0 1-1 0 0,0-1 0 0 0,0 0 1 0 0,0 0-1 0 0,-1 0 1 0 0,1 0-1 0 0,0 0 0 0 0,0-1 1 0 0,0 1-1 0 0,1 0 0 0 0,13-7 55 0 0,0-1 0 0 0,-1 0-1 0 0,-1-1 1 0 0,0 0-1 0 0,20-17 1 0 0,62-68 211 0 0,-54 52-221 0 0,198-185 184 0 0,-162 155-1661 0 0,-97 91-2454 0 0,4-3 1588 0 0,-33 24 1 0 0,-70 45-1799 0 0,90-63 3148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8.5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0 331 868 0 0,'2'-13'4586'0'0,"0"21"-2449"0"0,2 19-1171 0 0,-4-21-772 0 0,0 7 115 0 0,1-1-1 0 0,0 1 1 0 0,0-1-1 0 0,1 1 1 0 0,1-1-1 0 0,0 0 1 0 0,0 0-1 0 0,11 22 1 0 0,-14-33-257 0 0,1 0 0 0 0,-1-1 0 0 0,1 1 0 0 0,-1-1 0 0 0,1 1 0 0 0,-1-1 0 0 0,1 1 0 0 0,-1-1 0 0 0,1 1 0 0 0,-1-1 0 0 0,1 0 1 0 0,0 1-1 0 0,-1-1 0 0 0,1 0 0 0 0,0 1 0 0 0,-1-1 0 0 0,1 0 0 0 0,0 0 0 0 0,-1 0 0 0 0,1 1 0 0 0,0-1 0 0 0,0 0 0 0 0,-1 0 0 0 0,2 0 0 0 0,20-8 441 0 0,17-18-28 0 0,-38 25-436 0 0,34-31 308 0 0,0-1 1 0 0,29-39 0 0 0,-13 14-49 0 0,148-147 510 0 0,-177 176-930 0 0,7-7-1547 0 0,-69 68-4193 0 0,-24 11 2516 0 0,-3 1 921 0 0,40-24 1454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19:58.8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5 341 964 0 0,'0'0'2999'0'0,"-5"-9"856"0"0,5 9-3839 0 0,1 2 114 0 0,0 0 0 0 0,-1 0 0 0 0,1-1 0 0 0,0 1 0 0 0,0 0 0 0 0,0-1 0 0 0,0 1 0 0 0,0-1 0 0 0,0 1 0 0 0,0-1 0 0 0,1 1 0 0 0,-1-1 0 0 0,1 0 0 0 0,-1 0 0 0 0,1 1 0 0 0,-1-1 0 0 0,1 0 0 0 0,-1 0 0 0 0,1-1 0 0 0,0 1 0 0 0,0 0 0 0 0,0-1 0 0 0,-1 1 0 0 0,1-1 0 0 0,0 1 0 0 0,0-1 0 0 0,0 0 0 0 0,0 0 0 0 0,0 0 0 0 0,0 0 0 0 0,-1 0 0 0 0,1 0 0 0 0,0 0 0 0 0,0-1 0 0 0,2 0 0 0 0,16-5 185 0 0,-2-1 1 0 0,1 0 0 0 0,-1-2-1 0 0,0 0 1 0 0,32-23 0 0 0,84-74 1336 0 0,-79 61-1102 0 0,107-96 70 0 0,-189 175-7771 0 0,0 0 5116 0 0,-1-4 458 0 0,2 1 0 0 0,1 1 0 0 0,-27 45-1 0 0,31-37 747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20:01.0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12 463 1272 0 0,'-4'7'1928'0'0,"3"-6"-1783"0"0,0 0 0 0 0,0 0 0 0 0,1 0-1 0 0,-1 0 1 0 0,0 1 0 0 0,1-1-1 0 0,-1 0 1 0 0,1 0 0 0 0,0 0 0 0 0,-1 0-1 0 0,1 1 1 0 0,0-1 0 0 0,0 0 0 0 0,-1 0-1 0 0,1 0 1 0 0,0 1 0 0 0,0-1-1 0 0,0 0 1 0 0,1 0 0 0 0,-1 1 0 0 0,0-1-1 0 0,0 0 1 0 0,1 0 0 0 0,-1 0 0 0 0,0 1-1 0 0,2 0 1 0 0,5 14 423 0 0,0-1 0 0 0,2 0-1 0 0,17 24 1 0 0,-24-35-431 0 0,1-1 0 0 0,1 1 0 0 0,-1 0 0 0 0,0-1 0 0 0,1 1 0 0 0,0-1 0 0 0,0 0 0 0 0,0 0 0 0 0,0-1 0 0 0,0 1 0 0 0,0-1-1 0 0,1 0 1 0 0,-1 0 0 0 0,1-1 0 0 0,0 1 0 0 0,-1-1 0 0 0,1 0 0 0 0,8 1 0 0 0,-6-3-42 0 0,-1 0 0 0 0,1 0 0 0 0,0-1 0 0 0,-1 0-1 0 0,1 0 1 0 0,-1 0 0 0 0,0-1 0 0 0,0 0 0 0 0,0 0 0 0 0,0-1 0 0 0,7-5 0 0 0,12-10 291 0 0,24-24 0 0 0,-38 33-292 0 0,335-342 1750 0 0,-320 324-1721 0 0,117-122 133 0 0,-142 149-1008 0 0,-3 4 84 0 0,-8 10-502 0 0,-17 19-1117 0 0,-132 117-4876 0 0,67-65 4933 0 0,53-46 1207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20:01.4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0 520 1544 0 0,'3'16'4664'0'0,"2"22"-3625"0"0,-4-34-842 0 0,1 1 0 0 0,-1-1 1 0 0,0 1-1 0 0,1-1 0 0 0,0 0 1 0 0,0 0-1 0 0,1 0 0 0 0,2 5 1 0 0,-4-8-122 0 0,0 1 0 0 0,1-1 1 0 0,-1 0-1 0 0,0 0 0 0 0,1 0 1 0 0,-1 0-1 0 0,1 0 0 0 0,-1 0 1 0 0,1 0-1 0 0,0 0 0 0 0,-1 0 1 0 0,1-1-1 0 0,0 1 0 0 0,0-1 1 0 0,-1 1-1 0 0,1-1 0 0 0,0 0 1 0 0,0 0-1 0 0,0 1 0 0 0,-1-1 1 0 0,1-1-1 0 0,0 1 0 0 0,0 0 1 0 0,0 0-1 0 0,-1-1 0 0 0,3 0 1 0 0,7-3 81 0 0,0 0 0 0 0,-1-1 1 0 0,1 0-1 0 0,-1-1 1 0 0,-1 0-1 0 0,1 0 1 0 0,12-12-1 0 0,62-63 810 0 0,86-103 341 0 0,26-28-245 0 0,-99 113-1126 0 0,-128 143-5757 0 0,-93 68-503 0 0,81-75 4936 0 0,15-13 511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20:01.7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8 311 2064 0 0,'-8'-37'4466'0'0,"8"37"-4405"0"0,1 0 0 0 0,-1 0 0 0 0,0-1 1 0 0,1 1-1 0 0,-1 0 0 0 0,1 0 0 0 0,-1 0 0 0 0,0 0 0 0 0,1 0 0 0 0,-1 0 1 0 0,1 0-1 0 0,-1 0 0 0 0,0 0 0 0 0,1 0 0 0 0,-1 0 0 0 0,1 1 0 0 0,-1-1 1 0 0,0 0-1 0 0,1 0 0 0 0,-1 0 0 0 0,0 0 0 0 0,1 1 0 0 0,-1-1 1 0 0,0 0-1 0 0,1 0 0 0 0,-1 1 0 0 0,0-1 0 0 0,0 0 0 0 0,1 0 0 0 0,-1 1 1 0 0,0-1-1 0 0,0 0 0 0 0,1 1 0 0 0,-1-1 0 0 0,0 0 0 0 0,0 1 1 0 0,0-1-1 0 0,1 1 0 0 0,23 57 1600 0 0,-20-46-1384 0 0,0-1-1 0 0,1 0 0 0 0,0-1 1 0 0,0 1-1 0 0,1-1 1 0 0,0 0-1 0 0,9 9 1 0 0,-14-18-233 0 0,0 0 1 0 0,0 0-1 0 0,0 0 1 0 0,0 0-1 0 0,0 0 1 0 0,0-1-1 0 0,1 1 1 0 0,-1 0 0 0 0,0-1-1 0 0,0 1 1 0 0,1-1-1 0 0,-1 0 1 0 0,0 1-1 0 0,1-1 1 0 0,-1 0-1 0 0,0 0 1 0 0,1 0-1 0 0,-1 0 1 0 0,1 0-1 0 0,-1 0 1 0 0,0 0-1 0 0,1 0 1 0 0,-1-1-1 0 0,0 1 1 0 0,1 0-1 0 0,-1-1 1 0 0,2 0-1 0 0,2-2 19 0 0,0 1 1 0 0,-1-1-1 0 0,1 0 0 0 0,7-7 0 0 0,-9 8-58 0 0,29-27 266 0 0,-1-1 0 0 0,38-48 0 0 0,7-8 43 0 0,108-96-267 0 0,-173 171-670 0 0,-32 31-4603 0 0,-133 103-2458 0 0,130-103 6796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5:20:02.1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1 750 1588 0 0,'18'-15'5347'0'0,"-16"15"-5208"0"0,-1-1 0 0 0,1 1 1 0 0,-1-1-1 0 0,1 1 0 0 0,-1 0 0 0 0,1-1 1 0 0,-1 1-1 0 0,1 0 0 0 0,-1 0 0 0 0,1 0 1 0 0,-1 0-1 0 0,1 0 0 0 0,-1 0 0 0 0,1 1 1 0 0,-1-1-1 0 0,1 0 0 0 0,-1 1 0 0 0,0-1 1 0 0,1 1-1 0 0,-1 0 0 0 0,1-1 0 0 0,-1 1 1 0 0,1 1-1 0 0,42 19 930 0 0,-40-20-931 0 0,0 0 0 0 0,-1 0 0 0 0,1 0-1 0 0,0-1 1 0 0,0 1 0 0 0,0-1-1 0 0,0 0 1 0 0,0 0 0 0 0,0 0-1 0 0,0-1 1 0 0,0 1 0 0 0,5-2 0 0 0,4-3 70 0 0,0-1 0 0 0,0 0 0 0 0,0-1 0 0 0,-1 0 1 0 0,22-17-1 0 0,59-57 992 0 0,-49 41-755 0 0,105-95 739 0 0,171-139 957 0 0,-88 98-1696 0 0,-298 219-8580 0 0,-42 14 4148 0 0,14-8 2283 0 0,24-10 745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616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0174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7490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931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9932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0703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980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26-11-2025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customXml" Target="../ink/ink2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9" Type="http://schemas.openxmlformats.org/officeDocument/2006/relationships/image" Target="../media/image30.png"/><Relationship Id="rId21" Type="http://schemas.openxmlformats.org/officeDocument/2006/relationships/image" Target="../media/image21.png"/><Relationship Id="rId34" Type="http://schemas.openxmlformats.org/officeDocument/2006/relationships/customXml" Target="../ink/ink18.xml"/><Relationship Id="rId42" Type="http://schemas.openxmlformats.org/officeDocument/2006/relationships/customXml" Target="../ink/ink22.xml"/><Relationship Id="rId47" Type="http://schemas.openxmlformats.org/officeDocument/2006/relationships/image" Target="../media/image34.png"/><Relationship Id="rId50" Type="http://schemas.openxmlformats.org/officeDocument/2006/relationships/customXml" Target="../ink/ink26.xml"/><Relationship Id="rId55" Type="http://schemas.openxmlformats.org/officeDocument/2006/relationships/image" Target="../media/image38.png"/><Relationship Id="rId7" Type="http://schemas.openxmlformats.org/officeDocument/2006/relationships/hyperlink" Target="https://reactjs.org/docs/react-component.html#shouldcomponentupdate" TargetMode="External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9.xml"/><Relationship Id="rId29" Type="http://schemas.openxmlformats.org/officeDocument/2006/relationships/image" Target="../media/image25.png"/><Relationship Id="rId11" Type="http://schemas.openxmlformats.org/officeDocument/2006/relationships/image" Target="../media/image16.png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29.png"/><Relationship Id="rId40" Type="http://schemas.openxmlformats.org/officeDocument/2006/relationships/customXml" Target="../ink/ink21.xml"/><Relationship Id="rId45" Type="http://schemas.openxmlformats.org/officeDocument/2006/relationships/image" Target="../media/image33.png"/><Relationship Id="rId53" Type="http://schemas.openxmlformats.org/officeDocument/2006/relationships/image" Target="../media/image37.png"/><Relationship Id="rId5" Type="http://schemas.openxmlformats.org/officeDocument/2006/relationships/hyperlink" Target="https://reactjs.org/docs/react-component.html#render" TargetMode="External"/><Relationship Id="rId10" Type="http://schemas.openxmlformats.org/officeDocument/2006/relationships/customXml" Target="../ink/ink6.xml"/><Relationship Id="rId19" Type="http://schemas.openxmlformats.org/officeDocument/2006/relationships/image" Target="../media/image20.png"/><Relationship Id="rId31" Type="http://schemas.openxmlformats.org/officeDocument/2006/relationships/image" Target="../media/image26.png"/><Relationship Id="rId44" Type="http://schemas.openxmlformats.org/officeDocument/2006/relationships/customXml" Target="../ink/ink23.xml"/><Relationship Id="rId52" Type="http://schemas.openxmlformats.org/officeDocument/2006/relationships/customXml" Target="../ink/ink27.xml"/><Relationship Id="rId4" Type="http://schemas.openxmlformats.org/officeDocument/2006/relationships/hyperlink" Target="https://reactjs.org/docs/react-component.html#static-getderivedstatefromprops" TargetMode="External"/><Relationship Id="rId9" Type="http://schemas.openxmlformats.org/officeDocument/2006/relationships/hyperlink" Target="https://reactjs.org/docs/react-component.html#componentdidupdate" TargetMode="External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24.png"/><Relationship Id="rId30" Type="http://schemas.openxmlformats.org/officeDocument/2006/relationships/customXml" Target="../ink/ink16.xml"/><Relationship Id="rId35" Type="http://schemas.openxmlformats.org/officeDocument/2006/relationships/image" Target="../media/image28.png"/><Relationship Id="rId43" Type="http://schemas.openxmlformats.org/officeDocument/2006/relationships/image" Target="../media/image32.png"/><Relationship Id="rId48" Type="http://schemas.openxmlformats.org/officeDocument/2006/relationships/customXml" Target="../ink/ink25.xml"/><Relationship Id="rId8" Type="http://schemas.openxmlformats.org/officeDocument/2006/relationships/hyperlink" Target="https://reactjs.org/docs/react-component.html#getsnapshotbeforeupdate" TargetMode="External"/><Relationship Id="rId51" Type="http://schemas.openxmlformats.org/officeDocument/2006/relationships/image" Target="../media/image36.png"/><Relationship Id="rId3" Type="http://schemas.openxmlformats.org/officeDocument/2006/relationships/hyperlink" Target="https://reactjs.org/docs/react-component.html#constructor" TargetMode="External"/><Relationship Id="rId12" Type="http://schemas.openxmlformats.org/officeDocument/2006/relationships/customXml" Target="../ink/ink7.xml"/><Relationship Id="rId17" Type="http://schemas.openxmlformats.org/officeDocument/2006/relationships/image" Target="../media/image19.png"/><Relationship Id="rId25" Type="http://schemas.openxmlformats.org/officeDocument/2006/relationships/image" Target="../media/image23.png"/><Relationship Id="rId33" Type="http://schemas.openxmlformats.org/officeDocument/2006/relationships/image" Target="../media/image27.png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20" Type="http://schemas.openxmlformats.org/officeDocument/2006/relationships/customXml" Target="../ink/ink11.xml"/><Relationship Id="rId41" Type="http://schemas.openxmlformats.org/officeDocument/2006/relationships/image" Target="../media/image31.png"/><Relationship Id="rId54" Type="http://schemas.openxmlformats.org/officeDocument/2006/relationships/customXml" Target="../ink/ink28.xm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reactjs.org/docs/react-component.html#componentdidmount" TargetMode="External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Lifecycle component Methods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useEffect</a:t>
            </a: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LIFECYCLE OF COMPONENT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pic>
        <p:nvPicPr>
          <p:cNvPr id="8" name="Google Shape;176;p24">
            <a:extLst>
              <a:ext uri="{FF2B5EF4-FFF2-40B4-BE49-F238E27FC236}">
                <a16:creationId xmlns:a16="http://schemas.microsoft.com/office/drawing/2014/main" id="{0925F778-305B-4798-80ED-4C7A41DD5E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94" y="1100637"/>
            <a:ext cx="8272212" cy="36254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8F34DD-C940-6030-F5B3-28A0735964D7}"/>
                  </a:ext>
                </a:extLst>
              </p14:cNvPr>
              <p14:cNvContentPartPr/>
              <p14:nvPr/>
            </p14:nvContentPartPr>
            <p14:xfrm>
              <a:off x="1503720" y="375840"/>
              <a:ext cx="4200480" cy="379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8F34DD-C940-6030-F5B3-28A0735964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4360" y="366480"/>
                <a:ext cx="4219200" cy="38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238CC6-A509-A8A7-69D4-5627D55687E8}"/>
                  </a:ext>
                </a:extLst>
              </p14:cNvPr>
              <p14:cNvContentPartPr/>
              <p14:nvPr/>
            </p14:nvContentPartPr>
            <p14:xfrm>
              <a:off x="2302560" y="1256400"/>
              <a:ext cx="5973480" cy="3699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238CC6-A509-A8A7-69D4-5627D55687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93200" y="1247040"/>
                <a:ext cx="5992200" cy="37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085E85B-6793-BEE1-8139-1395EDDB6D89}"/>
                  </a:ext>
                </a:extLst>
              </p14:cNvPr>
              <p14:cNvContentPartPr/>
              <p14:nvPr/>
            </p14:nvContentPartPr>
            <p14:xfrm>
              <a:off x="7187040" y="2256480"/>
              <a:ext cx="1635480" cy="924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085E85B-6793-BEE1-8139-1395EDDB6D8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77680" y="2247120"/>
                <a:ext cx="1654200" cy="9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77703A-6D3C-D03E-DF88-3B3E158BDA3C}"/>
                  </a:ext>
                </a:extLst>
              </p14:cNvPr>
              <p14:cNvContentPartPr/>
              <p14:nvPr/>
            </p14:nvContentPartPr>
            <p14:xfrm>
              <a:off x="240840" y="2362680"/>
              <a:ext cx="1812960" cy="1351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77703A-6D3C-D03E-DF88-3B3E158BDA3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1480" y="2353320"/>
                <a:ext cx="1831680" cy="13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AE2932-4062-7376-395C-1FCEB2B20E1B}"/>
                  </a:ext>
                </a:extLst>
              </p14:cNvPr>
              <p14:cNvContentPartPr/>
              <p14:nvPr/>
            </p14:nvContentPartPr>
            <p14:xfrm>
              <a:off x="3249000" y="1525320"/>
              <a:ext cx="4040280" cy="1325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AE2932-4062-7376-395C-1FCEB2B20E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39640" y="1515960"/>
                <a:ext cx="4059000" cy="134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8914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0A397-207A-14A7-E085-ED8F38032F22}"/>
              </a:ext>
            </a:extLst>
          </p:cNvPr>
          <p:cNvSpPr txBox="1"/>
          <p:nvPr/>
        </p:nvSpPr>
        <p:spPr>
          <a:xfrm>
            <a:off x="381000" y="629680"/>
            <a:ext cx="86447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800" dirty="0"/>
            </a:br>
            <a:r>
              <a:rPr lang="en-US" sz="1800" dirty="0">
                <a:solidFill>
                  <a:srgbClr val="202124"/>
                </a:solidFill>
              </a:rPr>
              <a:t>Each component in React has a lifecycle which you can monitor and manipulate during its three main phases. The three phases are: Mounting, Updating, and Unmounting.</a:t>
            </a:r>
          </a:p>
          <a:p>
            <a:endParaRPr lang="en-US" sz="1800" dirty="0"/>
          </a:p>
          <a:p>
            <a:r>
              <a:rPr lang="en-US" sz="1800" b="1" dirty="0"/>
              <a:t>Mounting</a:t>
            </a:r>
          </a:p>
          <a:p>
            <a:r>
              <a:rPr lang="en-US" sz="1800" dirty="0"/>
              <a:t>These methods are called in the following order when an instance of a component is being created and inserted into the DOM: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constructor()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static </a:t>
            </a:r>
            <a:r>
              <a:rPr lang="en-US" sz="1800" dirty="0" err="1"/>
              <a:t>getDerivedStateFromProps</a:t>
            </a:r>
            <a:r>
              <a:rPr lang="en-US" sz="1800" dirty="0"/>
              <a:t>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render()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componentDidMount</a:t>
            </a:r>
            <a:r>
              <a:rPr lang="en-US" sz="1800" dirty="0"/>
              <a:t>()</a:t>
            </a:r>
          </a:p>
          <a:p>
            <a:endParaRPr lang="en-US" sz="1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9C2F1A-BCA8-BC7D-AEA5-DFD53F34C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01407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0A397-207A-14A7-E085-ED8F38032F22}"/>
              </a:ext>
            </a:extLst>
          </p:cNvPr>
          <p:cNvSpPr txBox="1"/>
          <p:nvPr/>
        </p:nvSpPr>
        <p:spPr>
          <a:xfrm>
            <a:off x="381000" y="855841"/>
            <a:ext cx="86447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Updating</a:t>
            </a:r>
          </a:p>
          <a:p>
            <a:r>
              <a:rPr lang="en-US" sz="1800" dirty="0"/>
              <a:t>An update can be caused by changes to props or state. These methods are called in the following order when a component is being re-rendered: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static </a:t>
            </a:r>
            <a:r>
              <a:rPr lang="en-US" sz="1800" dirty="0" err="1"/>
              <a:t>getDerivedStateFromProps</a:t>
            </a:r>
            <a:r>
              <a:rPr lang="en-US" sz="1800" dirty="0"/>
              <a:t>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shouldComponentUpdate</a:t>
            </a:r>
            <a:r>
              <a:rPr lang="en-US" sz="1800" dirty="0"/>
              <a:t>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render()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getSnapshotBeforeUpdate</a:t>
            </a:r>
            <a:r>
              <a:rPr lang="en-US" sz="1800" dirty="0"/>
              <a:t>()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componentDidUpdate</a:t>
            </a:r>
            <a:r>
              <a:rPr lang="en-US" sz="1800" dirty="0"/>
              <a:t>()</a:t>
            </a:r>
          </a:p>
          <a:p>
            <a:endParaRPr lang="en-US" sz="1800" dirty="0"/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/>
              <a:t>Unmounting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/>
              <a:t>This method is called when a component is being removed from the DOM:</a:t>
            </a:r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/>
              <a:t>componentWillUnmount()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9C2F1A-BCA8-BC7D-AEA5-DFD53F34C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501732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LIFECYCLE OF COMPONENT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6368FD-D35E-4D6A-A511-918365DA8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602" y="1789072"/>
            <a:ext cx="453007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constructor()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static 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getDerivedStateFromProps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(</a:t>
            </a:r>
            <a:r>
              <a:rPr lang="en-US" alt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alt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rops, </a:t>
            </a:r>
            <a:r>
              <a:rPr lang="en-US" alt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alt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tate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render()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componentDidMount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500" b="1" u="sng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F1FD3DE-DEDD-4AC7-9AEB-D17532C62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361" y="1462043"/>
            <a:ext cx="313868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static 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getDerivedStateFromProps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shouldComponentUpdate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render()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getSnapshotBeforeUpdate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(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prevProps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,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  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prevState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componentDidUpdate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(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prevProps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,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   </a:t>
            </a:r>
            <a:r>
              <a:rPr lang="en-US" altLang="en-US" sz="1500" b="1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prevState,snapshot</a:t>
            </a:r>
            <a:r>
              <a:rPr lang="en-US" altLang="en-US" sz="1500" b="1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)</a:t>
            </a: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DE7C403-7CEB-40E1-93EB-B045FB6C5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1624"/>
            <a:ext cx="0" cy="62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35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en-US" altLang="en-US" sz="1350" dirty="0">
                <a:solidFill>
                  <a:schemeClr val="tx1"/>
                </a:solidFill>
              </a:rPr>
            </a:br>
            <a:endParaRPr lang="en-US" altLang="en-US" sz="135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81EAB3-D719-4BD5-8024-127CB140E88F}"/>
              </a:ext>
            </a:extLst>
          </p:cNvPr>
          <p:cNvSpPr/>
          <p:nvPr/>
        </p:nvSpPr>
        <p:spPr>
          <a:xfrm>
            <a:off x="1668036" y="1103046"/>
            <a:ext cx="1316557" cy="62144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MOUNT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3A9AC0A-3CAA-40F8-8918-892AFB7848D7}"/>
              </a:ext>
            </a:extLst>
          </p:cNvPr>
          <p:cNvSpPr/>
          <p:nvPr/>
        </p:nvSpPr>
        <p:spPr>
          <a:xfrm>
            <a:off x="6205129" y="1031467"/>
            <a:ext cx="1316557" cy="62144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UPDATE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156157-7A24-57FC-7D16-870AE2D90071}"/>
                  </a:ext>
                </a:extLst>
              </p14:cNvPr>
              <p14:cNvContentPartPr/>
              <p14:nvPr/>
            </p14:nvContentPartPr>
            <p14:xfrm>
              <a:off x="162000" y="830880"/>
              <a:ext cx="8495640" cy="2103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156157-7A24-57FC-7D16-870AE2D9007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2640" y="821520"/>
                <a:ext cx="8514360" cy="21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A30685-ECCA-3BFB-92A9-AAC3423B8123}"/>
                  </a:ext>
                </a:extLst>
              </p14:cNvPr>
              <p14:cNvContentPartPr/>
              <p14:nvPr/>
            </p14:nvContentPartPr>
            <p14:xfrm>
              <a:off x="-404100" y="102846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A30685-ECCA-3BFB-92A9-AAC3423B812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412740" y="10198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EAD5768-2C79-053E-96B2-7B4A0C09B948}"/>
                  </a:ext>
                </a:extLst>
              </p14:cNvPr>
              <p14:cNvContentPartPr/>
              <p14:nvPr/>
            </p14:nvContentPartPr>
            <p14:xfrm>
              <a:off x="2050740" y="1949340"/>
              <a:ext cx="219600" cy="387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EAD5768-2C79-053E-96B2-7B4A0C09B94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41740" y="1940340"/>
                <a:ext cx="23724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84292B7-F229-A7AE-833B-85745BACC16C}"/>
                  </a:ext>
                </a:extLst>
              </p14:cNvPr>
              <p14:cNvContentPartPr/>
              <p14:nvPr/>
            </p14:nvContentPartPr>
            <p14:xfrm>
              <a:off x="1656900" y="2596260"/>
              <a:ext cx="72360" cy="32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84292B7-F229-A7AE-833B-85745BACC1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47900" y="2587620"/>
                <a:ext cx="9000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1C4D867-6827-02CF-E150-A0085218418E}"/>
                  </a:ext>
                </a:extLst>
              </p14:cNvPr>
              <p14:cNvContentPartPr/>
              <p14:nvPr/>
            </p14:nvContentPartPr>
            <p14:xfrm>
              <a:off x="2941020" y="2459100"/>
              <a:ext cx="735120" cy="63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1C4D867-6827-02CF-E150-A0085218418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32020" y="2450460"/>
                <a:ext cx="75276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37CB7C27-ACB5-8E6C-EAD2-AC8DB6576670}"/>
              </a:ext>
            </a:extLst>
          </p:cNvPr>
          <p:cNvGrpSpPr/>
          <p:nvPr/>
        </p:nvGrpSpPr>
        <p:grpSpPr>
          <a:xfrm>
            <a:off x="837540" y="1934220"/>
            <a:ext cx="272160" cy="321480"/>
            <a:chOff x="837540" y="1934220"/>
            <a:chExt cx="27216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6D4E73-8C49-B9C6-CCDD-965B7DA61207}"/>
                    </a:ext>
                  </a:extLst>
                </p14:cNvPr>
                <p14:cNvContentPartPr/>
                <p14:nvPr/>
              </p14:nvContentPartPr>
              <p14:xfrm>
                <a:off x="837540" y="1945740"/>
                <a:ext cx="242280" cy="265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6D4E73-8C49-B9C6-CCDD-965B7DA612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8540" y="1936740"/>
                  <a:ext cx="2599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9E6ECD0-A881-B553-99BE-DFE1679DE0D8}"/>
                    </a:ext>
                  </a:extLst>
                </p14:cNvPr>
                <p14:cNvContentPartPr/>
                <p14:nvPr/>
              </p14:nvContentPartPr>
              <p14:xfrm>
                <a:off x="846540" y="1934220"/>
                <a:ext cx="263160" cy="321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9E6ECD0-A881-B553-99BE-DFE1679DE0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7540" y="1925580"/>
                  <a:ext cx="280800" cy="33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C79B1EF-7C92-0F84-818E-98BE4913ED64}"/>
              </a:ext>
            </a:extLst>
          </p:cNvPr>
          <p:cNvGrpSpPr/>
          <p:nvPr/>
        </p:nvGrpSpPr>
        <p:grpSpPr>
          <a:xfrm>
            <a:off x="775980" y="2407260"/>
            <a:ext cx="332280" cy="578880"/>
            <a:chOff x="775980" y="2407260"/>
            <a:chExt cx="332280" cy="57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ED9211D-3E1C-BEB6-739F-FECAF8035772}"/>
                    </a:ext>
                  </a:extLst>
                </p14:cNvPr>
                <p14:cNvContentPartPr/>
                <p14:nvPr/>
              </p14:nvContentPartPr>
              <p14:xfrm>
                <a:off x="786060" y="2423820"/>
                <a:ext cx="322200" cy="231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ED9211D-3E1C-BEB6-739F-FECAF80357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7060" y="2415180"/>
                  <a:ext cx="339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8F691F-92F1-CACD-2FCC-1CD4E4DA33E3}"/>
                    </a:ext>
                  </a:extLst>
                </p14:cNvPr>
                <p14:cNvContentPartPr/>
                <p14:nvPr/>
              </p14:nvContentPartPr>
              <p14:xfrm>
                <a:off x="783180" y="2426700"/>
                <a:ext cx="304200" cy="257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8F691F-92F1-CACD-2FCC-1CD4E4DA33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4180" y="2418060"/>
                  <a:ext cx="3218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199496A-9BA0-9E77-457D-F4ABD664850D}"/>
                    </a:ext>
                  </a:extLst>
                </p14:cNvPr>
                <p14:cNvContentPartPr/>
                <p14:nvPr/>
              </p14:nvContentPartPr>
              <p14:xfrm>
                <a:off x="811620" y="2407260"/>
                <a:ext cx="293040" cy="237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199496A-9BA0-9E77-457D-F4ABD66485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2620" y="2398260"/>
                  <a:ext cx="3106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F417B69-D9B6-A2CD-BDB7-7025FA1DA0F5}"/>
                    </a:ext>
                  </a:extLst>
                </p14:cNvPr>
                <p14:cNvContentPartPr/>
                <p14:nvPr/>
              </p14:nvContentPartPr>
              <p14:xfrm>
                <a:off x="796860" y="2721900"/>
                <a:ext cx="260280" cy="264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F417B69-D9B6-A2CD-BDB7-7025FA1DA0F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7860" y="2713260"/>
                  <a:ext cx="277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0E1D76-2D67-8608-5EAB-BF77AC03CBB7}"/>
                    </a:ext>
                  </a:extLst>
                </p14:cNvPr>
                <p14:cNvContentPartPr/>
                <p14:nvPr/>
              </p14:nvContentPartPr>
              <p14:xfrm>
                <a:off x="775980" y="2692740"/>
                <a:ext cx="277560" cy="266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0E1D76-2D67-8608-5EAB-BF77AC03CBB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6980" y="2684100"/>
                  <a:ext cx="2952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64EC23F-9E45-A909-C092-D0E5183B5EC6}"/>
                    </a:ext>
                  </a:extLst>
                </p14:cNvPr>
                <p14:cNvContentPartPr/>
                <p14:nvPr/>
              </p14:nvContentPartPr>
              <p14:xfrm>
                <a:off x="781020" y="2715060"/>
                <a:ext cx="281880" cy="258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64EC23F-9E45-A909-C092-D0E5183B5EC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2380" y="2706420"/>
                  <a:ext cx="29952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964DF48-7A88-658B-E31F-1845F3064EF2}"/>
              </a:ext>
            </a:extLst>
          </p:cNvPr>
          <p:cNvGrpSpPr/>
          <p:nvPr/>
        </p:nvGrpSpPr>
        <p:grpSpPr>
          <a:xfrm>
            <a:off x="5462100" y="2830620"/>
            <a:ext cx="278280" cy="231480"/>
            <a:chOff x="5462100" y="2830620"/>
            <a:chExt cx="27828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708DEFB-BCDA-8B18-C961-8729FFEC6E5D}"/>
                    </a:ext>
                  </a:extLst>
                </p14:cNvPr>
                <p14:cNvContentPartPr/>
                <p14:nvPr/>
              </p14:nvContentPartPr>
              <p14:xfrm>
                <a:off x="5486940" y="2830620"/>
                <a:ext cx="241560" cy="231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708DEFB-BCDA-8B18-C961-8729FFEC6E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78300" y="2821620"/>
                  <a:ext cx="2592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A2C5140-BE1D-B9A8-AEF3-BA1E59682251}"/>
                    </a:ext>
                  </a:extLst>
                </p14:cNvPr>
                <p14:cNvContentPartPr/>
                <p14:nvPr/>
              </p14:nvContentPartPr>
              <p14:xfrm>
                <a:off x="5462100" y="2851860"/>
                <a:ext cx="250920" cy="204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A2C5140-BE1D-B9A8-AEF3-BA1E5968225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53460" y="2843220"/>
                  <a:ext cx="268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F08356B-2286-FB29-C83D-9207D56CC691}"/>
                    </a:ext>
                  </a:extLst>
                </p14:cNvPr>
                <p14:cNvContentPartPr/>
                <p14:nvPr/>
              </p14:nvContentPartPr>
              <p14:xfrm>
                <a:off x="5517180" y="2842140"/>
                <a:ext cx="223200" cy="180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F08356B-2286-FB29-C83D-9207D56CC6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08180" y="2833500"/>
                  <a:ext cx="24084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159178E-FABC-C742-3653-2DF774D96F85}"/>
              </a:ext>
            </a:extLst>
          </p:cNvPr>
          <p:cNvGrpSpPr/>
          <p:nvPr/>
        </p:nvGrpSpPr>
        <p:grpSpPr>
          <a:xfrm>
            <a:off x="5452020" y="1874100"/>
            <a:ext cx="439200" cy="470160"/>
            <a:chOff x="5452020" y="1874100"/>
            <a:chExt cx="43920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ACA946-D704-8B6E-80F3-7E74B7D3528E}"/>
                    </a:ext>
                  </a:extLst>
                </p14:cNvPr>
                <p14:cNvContentPartPr/>
                <p14:nvPr/>
              </p14:nvContentPartPr>
              <p14:xfrm>
                <a:off x="5526900" y="2162820"/>
                <a:ext cx="226080" cy="181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ACA946-D704-8B6E-80F3-7E74B7D3528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17900" y="2154180"/>
                  <a:ext cx="243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6E066F8-4A67-F705-24C7-A1D64C1E6B68}"/>
                    </a:ext>
                  </a:extLst>
                </p14:cNvPr>
                <p14:cNvContentPartPr/>
                <p14:nvPr/>
              </p14:nvContentPartPr>
              <p14:xfrm>
                <a:off x="5556780" y="2163900"/>
                <a:ext cx="197640" cy="180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6E066F8-4A67-F705-24C7-A1D64C1E6B6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47780" y="2155260"/>
                  <a:ext cx="215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A9A506A-916A-7B6E-9636-8DC31F6FAC68}"/>
                    </a:ext>
                  </a:extLst>
                </p14:cNvPr>
                <p14:cNvContentPartPr/>
                <p14:nvPr/>
              </p14:nvContentPartPr>
              <p14:xfrm>
                <a:off x="5586300" y="2149500"/>
                <a:ext cx="198000" cy="131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A9A506A-916A-7B6E-9636-8DC31F6FAC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77300" y="2140500"/>
                  <a:ext cx="2156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BA6179D-6FA5-A5F2-3F50-DC89E8054A15}"/>
                    </a:ext>
                  </a:extLst>
                </p14:cNvPr>
                <p14:cNvContentPartPr/>
                <p14:nvPr/>
              </p14:nvContentPartPr>
              <p14:xfrm>
                <a:off x="5454540" y="1952580"/>
                <a:ext cx="295920" cy="229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BA6179D-6FA5-A5F2-3F50-DC89E8054A1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45540" y="1943940"/>
                  <a:ext cx="313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5E4B666-88F6-D6BD-798F-A99CE4715BDC}"/>
                    </a:ext>
                  </a:extLst>
                </p14:cNvPr>
                <p14:cNvContentPartPr/>
                <p14:nvPr/>
              </p14:nvContentPartPr>
              <p14:xfrm>
                <a:off x="5452020" y="1972020"/>
                <a:ext cx="257040" cy="227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5E4B666-88F6-D6BD-798F-A99CE4715B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43020" y="1963020"/>
                  <a:ext cx="2746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12A9DA-7416-2B1F-153D-49E8C4008E5D}"/>
                    </a:ext>
                  </a:extLst>
                </p14:cNvPr>
                <p14:cNvContentPartPr/>
                <p14:nvPr/>
              </p14:nvContentPartPr>
              <p14:xfrm>
                <a:off x="5482620" y="1990380"/>
                <a:ext cx="202320" cy="159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12A9DA-7416-2B1F-153D-49E8C4008E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73620" y="1981380"/>
                  <a:ext cx="219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6B6D8D9-292A-E05C-052D-3AA895D19DD1}"/>
                    </a:ext>
                  </a:extLst>
                </p14:cNvPr>
                <p14:cNvContentPartPr/>
                <p14:nvPr/>
              </p14:nvContentPartPr>
              <p14:xfrm>
                <a:off x="5498460" y="1874100"/>
                <a:ext cx="392760" cy="275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6B6D8D9-292A-E05C-052D-3AA895D19DD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89820" y="1865460"/>
                  <a:ext cx="410400" cy="29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8060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b="1" dirty="0">
                <a:solidFill>
                  <a:schemeClr val="tx1"/>
                </a:solidFill>
              </a:rPr>
              <a:t>Uses of Lifecycle component</a:t>
            </a:r>
            <a:endParaRPr lang="en-IN" sz="2100" b="1" dirty="0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77DCF-2E3E-EAE2-E1A6-5621BB57E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67" y="900726"/>
            <a:ext cx="8418786" cy="3447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componentWillMount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called once on the server side, if server side rendering is present, and once the client side.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use it to do </a:t>
            </a: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calls which do not have direct effect on the components, for example getting </a:t>
            </a: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oAuth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tokens</a:t>
            </a:r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componentDidMount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function is mostly used for calling API's.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Components state initializations which are based on the props passed by parents.</a:t>
            </a:r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shouldComponentUpdate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nextProps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nextState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method is invoked before the render happens when new props or states are received. Here we can return false if the re-render is not required.</a:t>
            </a:r>
          </a:p>
          <a:p>
            <a:pPr marL="600075" lvl="1" indent="-25717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see this as a performance </a:t>
            </a:r>
            <a:r>
              <a:rPr lang="en-US" altLang="en-US" sz="1600" dirty="0" err="1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optimisation</a:t>
            </a:r>
            <a:r>
              <a:rPr lang="en-US" altLang="en-US" sz="1600" dirty="0">
                <a:solidFill>
                  <a:srgbClr val="2326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tool. In case of frequent re-rendering of parent component this method should be used to avoid unnecessary update to current component</a:t>
            </a: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80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Uses of Lifecycle component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77DCF-2E3E-EAE2-E1A6-5621BB57E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1" y="932047"/>
            <a:ext cx="8079827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500" dirty="0">
                <a:solidFill>
                  <a:srgbClr val="232629"/>
                </a:solidFill>
              </a:rPr>
              <a:t> </a:t>
            </a:r>
            <a:r>
              <a:rPr lang="en-US" altLang="en-US" sz="1500" dirty="0" err="1">
                <a:solidFill>
                  <a:srgbClr val="232629"/>
                </a:solidFill>
              </a:rPr>
              <a:t>componentWillUpdate</a:t>
            </a:r>
            <a:r>
              <a:rPr lang="en-US" altLang="en-US" sz="1500" dirty="0">
                <a:solidFill>
                  <a:srgbClr val="232629"/>
                </a:solidFill>
              </a:rPr>
              <a:t>(</a:t>
            </a:r>
            <a:r>
              <a:rPr lang="en-US" altLang="en-US" sz="1500" dirty="0" err="1">
                <a:solidFill>
                  <a:srgbClr val="232629"/>
                </a:solidFill>
              </a:rPr>
              <a:t>nextProps,nextState</a:t>
            </a:r>
            <a:r>
              <a:rPr lang="en-US" altLang="en-US" sz="1500" dirty="0">
                <a:solidFill>
                  <a:srgbClr val="232629"/>
                </a:solidFill>
              </a:rPr>
              <a:t>)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232629"/>
                </a:solidFill>
              </a:rPr>
              <a:t>this function is called every time a component is updated, it is not called when component mounts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232629"/>
                </a:solidFill>
              </a:rPr>
              <a:t>Carry out any data processing here. For example, when a </a:t>
            </a:r>
            <a:r>
              <a:rPr lang="en-US" altLang="en-US" sz="1500" dirty="0" err="1">
                <a:solidFill>
                  <a:srgbClr val="232629"/>
                </a:solidFill>
              </a:rPr>
              <a:t>api</a:t>
            </a:r>
            <a:r>
              <a:rPr lang="en-US" altLang="en-US" sz="1500" dirty="0">
                <a:solidFill>
                  <a:srgbClr val="232629"/>
                </a:solidFill>
              </a:rPr>
              <a:t> fetch returns data, modelling the raw data into props to be passed to children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 err="1">
                <a:solidFill>
                  <a:srgbClr val="232629"/>
                </a:solidFill>
              </a:rPr>
              <a:t>this.setState</a:t>
            </a:r>
            <a:r>
              <a:rPr lang="en-US" altLang="en-US" sz="1500" dirty="0">
                <a:solidFill>
                  <a:srgbClr val="232629"/>
                </a:solidFill>
              </a:rPr>
              <a:t>() is not allowed in this function , it is to be done in </a:t>
            </a:r>
            <a:r>
              <a:rPr lang="en-US" altLang="en-US" sz="1500" dirty="0" err="1">
                <a:solidFill>
                  <a:srgbClr val="232629"/>
                </a:solidFill>
              </a:rPr>
              <a:t>componentWillReceiveProps</a:t>
            </a:r>
            <a:r>
              <a:rPr lang="en-US" altLang="en-US" sz="1500" dirty="0">
                <a:solidFill>
                  <a:srgbClr val="232629"/>
                </a:solidFill>
              </a:rPr>
              <a:t> or </a:t>
            </a:r>
            <a:r>
              <a:rPr lang="en-US" altLang="en-US" sz="1500" dirty="0" err="1">
                <a:solidFill>
                  <a:srgbClr val="232629"/>
                </a:solidFill>
              </a:rPr>
              <a:t>componentDidUpdate</a:t>
            </a:r>
            <a:endParaRPr lang="en-US" altLang="en-US" sz="1500" dirty="0">
              <a:solidFill>
                <a:srgbClr val="232629"/>
              </a:solidFill>
            </a:endParaRPr>
          </a:p>
          <a:p>
            <a:pPr marL="342900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500" dirty="0">
                <a:solidFill>
                  <a:srgbClr val="232629"/>
                </a:solidFill>
              </a:rPr>
              <a:t> </a:t>
            </a:r>
            <a:r>
              <a:rPr lang="en-US" altLang="en-US" sz="1500" dirty="0" err="1">
                <a:solidFill>
                  <a:srgbClr val="232629"/>
                </a:solidFill>
              </a:rPr>
              <a:t>componentDidUpdate</a:t>
            </a:r>
            <a:r>
              <a:rPr lang="en-US" altLang="en-US" sz="1500" dirty="0">
                <a:solidFill>
                  <a:srgbClr val="232629"/>
                </a:solidFill>
              </a:rPr>
              <a:t>(</a:t>
            </a:r>
            <a:r>
              <a:rPr lang="en-US" altLang="en-US" sz="1500" dirty="0" err="1">
                <a:solidFill>
                  <a:srgbClr val="232629"/>
                </a:solidFill>
              </a:rPr>
              <a:t>prevProps,prevState</a:t>
            </a:r>
            <a:r>
              <a:rPr lang="en-US" altLang="en-US" sz="1500" dirty="0">
                <a:solidFill>
                  <a:srgbClr val="232629"/>
                </a:solidFill>
              </a:rPr>
              <a:t>)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232629"/>
                </a:solidFill>
              </a:rPr>
              <a:t>Invoked right after the changes are pushed to the DOM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232629"/>
                </a:solidFill>
              </a:rPr>
              <a:t>We can use it whenever the required data is not at the first render (waiting for </a:t>
            </a:r>
            <a:r>
              <a:rPr lang="en-US" altLang="en-US" sz="1500" dirty="0" err="1">
                <a:solidFill>
                  <a:srgbClr val="232629"/>
                </a:solidFill>
              </a:rPr>
              <a:t>api</a:t>
            </a:r>
            <a:r>
              <a:rPr lang="en-US" altLang="en-US" sz="1500" dirty="0">
                <a:solidFill>
                  <a:srgbClr val="232629"/>
                </a:solidFill>
              </a:rPr>
              <a:t> call to come through) and DOM requires to be changed based on the data received</a:t>
            </a:r>
          </a:p>
          <a:p>
            <a:pPr lvl="1"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dirty="0">
                <a:solidFill>
                  <a:srgbClr val="232629"/>
                </a:solidFill>
              </a:rPr>
              <a:t>        Example, based on the age received show the user if he is eligible for application for an event</a:t>
            </a:r>
          </a:p>
          <a:p>
            <a:pPr marL="342900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500" dirty="0">
                <a:solidFill>
                  <a:srgbClr val="232629"/>
                </a:solidFill>
              </a:rPr>
              <a:t> </a:t>
            </a:r>
            <a:r>
              <a:rPr lang="en-US" altLang="en-US" sz="1500" dirty="0" err="1">
                <a:solidFill>
                  <a:srgbClr val="232629"/>
                </a:solidFill>
              </a:rPr>
              <a:t>componentWillUnmount</a:t>
            </a:r>
            <a:r>
              <a:rPr lang="en-US" altLang="en-US" sz="1500" dirty="0">
                <a:solidFill>
                  <a:srgbClr val="232629"/>
                </a:solidFill>
              </a:rPr>
              <a:t>()</a:t>
            </a:r>
          </a:p>
          <a:p>
            <a:pPr marL="685800" lvl="1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dirty="0">
                <a:solidFill>
                  <a:srgbClr val="232629"/>
                </a:solidFill>
              </a:rPr>
              <a:t>As the official docs mentions, any event listeners or timers used in the component to be cleaned here.</a:t>
            </a:r>
          </a:p>
        </p:txBody>
      </p:sp>
    </p:spTree>
    <p:extLst>
      <p:ext uri="{BB962C8B-B14F-4D97-AF65-F5344CB8AC3E}">
        <p14:creationId xmlns:p14="http://schemas.microsoft.com/office/powerpoint/2010/main" val="349996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b="1" dirty="0">
                <a:solidFill>
                  <a:schemeClr val="tx1"/>
                </a:solidFill>
              </a:rPr>
              <a:t>Uses of Lifecycle component</a:t>
            </a:r>
            <a:endParaRPr lang="en-IN" sz="2100" b="1" dirty="0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77DCF-2E3E-EAE2-E1A6-5621BB57E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607" y="761457"/>
            <a:ext cx="8418786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/>
              <a:t>static </a:t>
            </a:r>
            <a:r>
              <a:rPr lang="en-US" altLang="en-US" sz="1800" dirty="0" err="1"/>
              <a:t>getDerivedStateFromProps</a:t>
            </a:r>
            <a:r>
              <a:rPr lang="en-US" altLang="en-US" sz="1800" dirty="0"/>
              <a:t> is a new React lifecycle method as of React 17 designed to replace </a:t>
            </a:r>
            <a:r>
              <a:rPr lang="en-US" altLang="en-US" sz="1800" dirty="0" err="1"/>
              <a:t>componentWillReceiveProps</a:t>
            </a:r>
            <a:r>
              <a:rPr lang="en-US" altLang="en-US" sz="1800" dirty="0"/>
              <a:t>. </a:t>
            </a:r>
          </a:p>
          <a:p>
            <a:pPr lvl="1"/>
            <a:r>
              <a:rPr lang="en-US" sz="1800" dirty="0"/>
              <a:t>Its main function is to ensure that the state and props are in sync for when it’s required.</a:t>
            </a:r>
          </a:p>
          <a:p>
            <a:pPr lvl="1"/>
            <a:br>
              <a:rPr lang="en-US" sz="1800" dirty="0"/>
            </a:br>
            <a:r>
              <a:rPr lang="en-US" altLang="en-US" sz="1800" dirty="0"/>
              <a:t>static </a:t>
            </a:r>
            <a:r>
              <a:rPr lang="en-US" altLang="en-US" sz="1800" dirty="0" err="1"/>
              <a:t>getDerivedStateFromProps</a:t>
            </a:r>
            <a:r>
              <a:rPr lang="en-US" altLang="en-US" sz="1800" dirty="0"/>
              <a:t>(props, state) { </a:t>
            </a:r>
          </a:p>
          <a:p>
            <a:pPr lvl="1"/>
            <a:r>
              <a:rPr lang="en-US" altLang="en-US" sz="1800" dirty="0"/>
              <a:t>return { name: ‘</a:t>
            </a:r>
            <a:r>
              <a:rPr lang="en-US" altLang="en-US" sz="1800" dirty="0" err="1"/>
              <a:t>alina</a:t>
            </a:r>
            <a:r>
              <a:rPr lang="en-US" altLang="en-US" sz="1800" dirty="0"/>
              <a:t>’}</a:t>
            </a:r>
          </a:p>
          <a:p>
            <a:pPr lvl="1"/>
            <a:r>
              <a:rPr lang="en-US" altLang="en-US" sz="1800" dirty="0"/>
              <a:t> } </a:t>
            </a:r>
          </a:p>
          <a:p>
            <a:pPr lvl="1"/>
            <a:endParaRPr lang="en-US" altLang="en-US" sz="1800" dirty="0"/>
          </a:p>
          <a:p>
            <a:pPr lvl="1"/>
            <a:r>
              <a:rPr lang="en-US" altLang="en-US" sz="1800" dirty="0"/>
              <a:t>static </a:t>
            </a:r>
            <a:r>
              <a:rPr lang="en-US" altLang="en-US" sz="1800" dirty="0" err="1"/>
              <a:t>getDerivedStateFromProps</a:t>
            </a:r>
            <a:r>
              <a:rPr lang="en-US" altLang="en-US" sz="1800" dirty="0"/>
              <a:t>(props, state) { </a:t>
            </a:r>
          </a:p>
          <a:p>
            <a:pPr lvl="1"/>
            <a:r>
              <a:rPr lang="en-US" altLang="en-US" sz="1800" dirty="0"/>
              <a:t>return null;</a:t>
            </a:r>
          </a:p>
          <a:p>
            <a:pPr lvl="1"/>
            <a:r>
              <a:rPr lang="en-US" altLang="en-US" sz="1800" dirty="0"/>
              <a:t> } </a:t>
            </a:r>
          </a:p>
          <a:p>
            <a:endParaRPr lang="en-US" altLang="en-US" sz="1800" dirty="0"/>
          </a:p>
          <a:p>
            <a:endParaRPr lang="en-US" altLang="en-US" sz="1800" dirty="0"/>
          </a:p>
          <a:p>
            <a:pPr marL="342900" indent="-34290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63701A7-E932-0BB7-DB1A-0644FB5DF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2951"/>
            <a:ext cx="138564" cy="276999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endParaRPr lang="en-US" altLang="en-US" sz="135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2BCB9CE-93BE-0D7E-7F70-4E0E85A90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50263"/>
            <a:ext cx="138564" cy="24237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35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068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HOOKS - </a:t>
            </a:r>
            <a:r>
              <a:rPr lang="en-IN" sz="2100" b="1" dirty="0" err="1"/>
              <a:t>useEffect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013D909-DC30-44B8-B283-DE04DB5DC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25" y="860017"/>
            <a:ext cx="7472054" cy="3272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57175" indent="-257175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We don’t have lifecycle component in Function component.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UseEffect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is replacement of Lifecyle method for Function component.</a:t>
            </a:r>
          </a:p>
          <a:p>
            <a:pPr marL="257175" indent="-257175" defTabSz="6858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useeffect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means manage the side effects. Side effect is whenever you do something with state of a component.</a:t>
            </a:r>
          </a:p>
          <a:p>
            <a:pPr marL="257175" indent="-257175" defTabSz="6858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useEffect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is the replacement of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ComponentDidMount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ComponentDidUpdate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ComponentWillUnmount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57175" indent="-257175" defTabSz="6858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Command to install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axios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npm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 install --save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axios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defTabSz="685800">
              <a:lnSpc>
                <a:spcPct val="150000"/>
              </a:lnSpc>
              <a:buClrTx/>
            </a:pP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16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641</Words>
  <Application>Microsoft Office PowerPoint</Application>
  <PresentationFormat>On-screen Show (16:9)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Montserrat</vt:lpstr>
      <vt:lpstr>Calibri</vt:lpstr>
      <vt:lpstr>Arial</vt:lpstr>
      <vt:lpstr>AngsanaUPC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</vt:lpstr>
      <vt:lpstr>HTML</vt:lpstr>
      <vt:lpstr>HTML</vt:lpstr>
      <vt:lpstr>HTML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100</cp:revision>
  <dcterms:modified xsi:type="dcterms:W3CDTF">2025-11-26T16:09:31Z</dcterms:modified>
</cp:coreProperties>
</file>