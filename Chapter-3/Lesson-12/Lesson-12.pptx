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8"/>
  </p:notesMasterIdLst>
  <p:sldIdLst>
    <p:sldId id="256" r:id="rId3"/>
    <p:sldId id="257" r:id="rId4"/>
    <p:sldId id="277" r:id="rId5"/>
    <p:sldId id="264" r:id="rId6"/>
    <p:sldId id="263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915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Redux Toolkit</a:t>
            </a:r>
          </a:p>
          <a:p>
            <a:pPr algn="l" fontAlgn="base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tx1"/>
                </a:solidFill>
              </a:rPr>
              <a:t>Redux Toolkit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4"/>
            <a:ext cx="8389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rgbClr val="1C1E21"/>
                </a:solidFill>
              </a:rPr>
              <a:t>It was created to help address three common concerns about Redux: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Configuring a Redux store is too complicated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We have to add a lot of packages to get Redux to do anything useful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Redux requires too much boilerplate code</a:t>
            </a:r>
          </a:p>
          <a:p>
            <a:pPr algn="l"/>
            <a:r>
              <a:rPr lang="en-US" sz="1800" dirty="0">
                <a:solidFill>
                  <a:srgbClr val="171717"/>
                </a:solidFill>
              </a:rPr>
              <a:t>Both the reducers and actions can be written under a slice</a:t>
            </a:r>
          </a:p>
          <a:p>
            <a:pPr algn="l"/>
            <a:endParaRPr lang="en-US" sz="1800" dirty="0">
              <a:solidFill>
                <a:srgbClr val="171717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npm</a:t>
            </a:r>
            <a:r>
              <a:rPr lang="en-US" sz="1800" dirty="0"/>
              <a:t> install --save </a:t>
            </a:r>
            <a:r>
              <a:rPr lang="en-IN" sz="1800" dirty="0"/>
              <a:t>@reduxjs/toolkit</a:t>
            </a:r>
          </a:p>
          <a:p>
            <a:pPr algn="l"/>
            <a:endParaRPr lang="en-US" sz="1800" dirty="0">
              <a:solidFill>
                <a:srgbClr val="1C1E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42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84</Words>
  <Application>Microsoft Office PowerPoint</Application>
  <PresentationFormat>On-screen Show (16:9)</PresentationFormat>
  <Paragraphs>16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Montserrat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121</cp:revision>
  <dcterms:modified xsi:type="dcterms:W3CDTF">2025-12-10T16:03:48Z</dcterms:modified>
</cp:coreProperties>
</file>