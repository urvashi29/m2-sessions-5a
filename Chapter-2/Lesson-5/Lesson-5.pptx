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7" r:id="rId2"/>
    <p:sldId id="332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718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4280329" cy="428032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4008903" y="6007903"/>
            <a:ext cx="4279097" cy="427909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01000" y="2684487"/>
            <a:ext cx="10172700" cy="5201424"/>
            <a:chOff x="0" y="0"/>
            <a:chExt cx="3711029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11029" cy="1913890"/>
            </a:xfrm>
            <a:custGeom>
              <a:avLst/>
              <a:gdLst/>
              <a:ahLst/>
              <a:cxnLst/>
              <a:rect l="l" t="t" r="r" b="b"/>
              <a:pathLst>
                <a:path w="3711029" h="1913890">
                  <a:moveTo>
                    <a:pt x="0" y="0"/>
                  </a:moveTo>
                  <a:lnTo>
                    <a:pt x="3711029" y="0"/>
                  </a:lnTo>
                  <a:lnTo>
                    <a:pt x="371102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6E9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15BB45-FE34-B26E-16B6-F614EEB28716}"/>
              </a:ext>
            </a:extLst>
          </p:cNvPr>
          <p:cNvSpPr txBox="1"/>
          <p:nvPr/>
        </p:nvSpPr>
        <p:spPr>
          <a:xfrm>
            <a:off x="8709344" y="3539442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/>
              <a:t>Event bubbling &amp; capturing</a:t>
            </a: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C0902-30FB-3E11-A72E-36BD27584D29}"/>
              </a:ext>
            </a:extLst>
          </p:cNvPr>
          <p:cNvSpPr txBox="1"/>
          <p:nvPr/>
        </p:nvSpPr>
        <p:spPr>
          <a:xfrm>
            <a:off x="8686800" y="3122038"/>
            <a:ext cx="9288780" cy="12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</a:rPr>
              <a:t>Today’s Agenda</a:t>
            </a:r>
            <a:endParaRPr lang="en-IN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42304"/>
            <a:ext cx="1139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>
                <a:effectLst/>
              </a:rPr>
              <a:t>Event bubbling, capturing and propagation</a:t>
            </a:r>
            <a:endParaRPr lang="en-IN" sz="4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E4AFD-1777-965B-1D54-929280267D20}"/>
              </a:ext>
            </a:extLst>
          </p:cNvPr>
          <p:cNvSpPr txBox="1"/>
          <p:nvPr/>
        </p:nvSpPr>
        <p:spPr>
          <a:xfrm>
            <a:off x="1059180" y="1835896"/>
            <a:ext cx="16580954" cy="748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</a:rPr>
              <a:t>Event bubbling and capturing are two ways of event propagation in the HTML DOM API, when an event occurs in an element inside another element, and both elements have registered a handle for that event. The event propagation mode determines in </a:t>
            </a:r>
            <a:r>
              <a:rPr lang="en-US" sz="3600" b="0" i="0" dirty="0"/>
              <a:t>which order the elements receive the event</a:t>
            </a:r>
            <a:r>
              <a:rPr lang="en-US" sz="3600" b="0" i="0" dirty="0">
                <a:solidFill>
                  <a:srgbClr val="232629"/>
                </a:solidFill>
              </a:rPr>
              <a:t>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  <a:effectLst/>
              </a:rPr>
              <a:t>With bubbling, the event is first captured and handled by the innermost element and then propagated to outer elements.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  <a:effectLst/>
              </a:rPr>
              <a:t>With capturing, the event is first captured by the outermost element and propagated to the inner elements.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309B22-C04C-9D22-17A2-36C90C484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7525290"/>
            <a:ext cx="8839200" cy="272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105</Words>
  <Application>Microsoft Office PowerPoint</Application>
  <PresentationFormat>Custom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Wingdings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SLC PPT - Content</dc:title>
  <cp:lastModifiedBy>urvashi singla</cp:lastModifiedBy>
  <cp:revision>131</cp:revision>
  <dcterms:created xsi:type="dcterms:W3CDTF">2006-08-16T00:00:00Z</dcterms:created>
  <dcterms:modified xsi:type="dcterms:W3CDTF">2025-11-08T16:00:14Z</dcterms:modified>
  <dc:identifier>DAFBHbFhJSU</dc:identifier>
</cp:coreProperties>
</file>